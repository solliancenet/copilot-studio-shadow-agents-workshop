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4"/>
    <p:sldMasterId id="2147483807" r:id="rId5"/>
  </p:sldMasterIdLst>
  <p:notesMasterIdLst>
    <p:notesMasterId r:id="rId26"/>
  </p:notesMasterIdLst>
  <p:handoutMasterIdLst>
    <p:handoutMasterId r:id="rId27"/>
  </p:handoutMasterIdLst>
  <p:sldIdLst>
    <p:sldId id="256" r:id="rId17"/>
    <p:sldId id="2147479416" r:id="rId16"/>
    <p:sldId id="2147479426" r:id="rId3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C3FBB5-01B5-4729-BE6B-F4F04DDCEEF4}">
          <p14:sldIdLst>
            <p14:sldId id="2134804647"/>
            <p14:sldId id="2147479424"/>
            <p14:sldId id="2147479425"/>
            <p14:sldId id="2147479423"/>
            <p14:sldId id="2147479393"/>
            <p14:sldId id="2147479410"/>
            <p14:sldId id="2147479411"/>
            <p14:sldId id="2147479377"/>
            <p14:sldId id="2147479413"/>
            <p14:sldId id="2147479421"/>
            <p14:sldId id="2147479416"/>
            <p14:sldId id="256"/>
            <p14:sldId id="2147479422"/>
            <p14:sldId id="2147479354"/>
            <p14:sldId id="2147479366"/>
            <p14:sldId id="2147479355"/>
            <p14:sldId id="2147479356"/>
            <p14:sldId id="2147479363"/>
            <p14:sldId id="2147479374"/>
            <p14:sldId id="21474793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8EFA31-E973-47FD-93AC-A63BB980F072}" name="Khristian Howell" initials="KH" userId="S::khristianah@ksqdmedia.com::4d0f4700-6eea-4685-a9c5-4e1cf9f99d3f" providerId="AD"/>
  <p188:author id="{E9DFDFBE-D147-7C96-1CEE-C6E74AACB3AC}" name="Deb McLeod" initials="DM" userId="Deb McLeod" providerId="None"/>
  <p188:author id="{184FABD0-A7E3-353E-4FCC-844F2E44FA22}" name="Deb McLeod" initials="DM" userId="S::deb_mcleod@solliance.net::0b0624db-22bb-453d-ac20-77325f5e7da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ke Ellis" initials="IE" lastIdx="2" clrIdx="0">
    <p:extLst>
      <p:ext uri="{19B8F6BF-5375-455C-9EA6-DF929625EA0E}">
        <p15:presenceInfo xmlns:p15="http://schemas.microsoft.com/office/powerpoint/2012/main" userId="ca0ce248a96dbefe" providerId="Windows Live"/>
      </p:ext>
    </p:extLst>
  </p:cmAuthor>
  <p:cmAuthor id="2" name="Daneene Christmas" initials="DC" lastIdx="11" clrIdx="1">
    <p:extLst>
      <p:ext uri="{19B8F6BF-5375-455C-9EA6-DF929625EA0E}">
        <p15:presenceInfo xmlns:p15="http://schemas.microsoft.com/office/powerpoint/2012/main" userId="S::Daneene.Christmas@solliance.net::6dfcf2cd-c705-4960-832b-0c51bf88a8b7" providerId="AD"/>
      </p:ext>
    </p:extLst>
  </p:cmAuthor>
  <p:cmAuthor id="3" name="Deb McLeod" initials="DM" lastIdx="4" clrIdx="2">
    <p:extLst>
      <p:ext uri="{19B8F6BF-5375-455C-9EA6-DF929625EA0E}">
        <p15:presenceInfo xmlns:p15="http://schemas.microsoft.com/office/powerpoint/2012/main" userId="Deb McLeo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4CF"/>
    <a:srgbClr val="5A3182"/>
    <a:srgbClr val="22315F"/>
    <a:srgbClr val="1D86FE"/>
    <a:srgbClr val="192547"/>
    <a:srgbClr val="7308C6"/>
    <a:srgbClr val="8E8E8E"/>
    <a:srgbClr val="000000"/>
    <a:srgbClr val="8FA0D7"/>
    <a:srgbClr val="A4C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358B09-5AAC-41C0-8223-722EE99889E9}" v="27" dt="2026-08-18T17:31:09.0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5" autoAdjust="0"/>
    <p:restoredTop sz="95498" autoAdjust="0"/>
  </p:normalViewPr>
  <p:slideViewPr>
    <p:cSldViewPr snapToGrid="0" snapToObjects="1">
      <p:cViewPr varScale="1">
        <p:scale>
          <a:sx n="107" d="100"/>
          <a:sy n="107" d="100"/>
        </p:scale>
        <p:origin x="76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3678" y="9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34" Type="http://schemas.microsoft.com/office/2015/10/relationships/revisionInfo" Target="revisionInfo.xml"/><Relationship Id="rId17" Type="http://schemas.openxmlformats.org/officeDocument/2006/relationships/slide" Target="slides/slide12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28" Type="http://schemas.openxmlformats.org/officeDocument/2006/relationships/commentAuthors" Target="commentAuthors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36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 McLeod" userId="0b0624db-22bb-453d-ac20-77325f5e7da3" providerId="ADAL" clId="{BFB2ABAB-CE71-4F33-88C3-BA8608001B51}"/>
    <pc:docChg chg="undo redo custSel addSld delSld modSld sldOrd modSection">
      <pc:chgData name="Deb McLeod" userId="0b0624db-22bb-453d-ac20-77325f5e7da3" providerId="ADAL" clId="{BFB2ABAB-CE71-4F33-88C3-BA8608001B51}" dt="2026-08-18T18:46:27.456" v="480" actId="47"/>
      <pc:docMkLst>
        <pc:docMk/>
      </pc:docMkLst>
      <pc:sldChg chg="del">
        <pc:chgData name="Deb McLeod" userId="0b0624db-22bb-453d-ac20-77325f5e7da3" providerId="ADAL" clId="{BFB2ABAB-CE71-4F33-88C3-BA8608001B51}" dt="2026-08-18T16:54:37.187" v="166" actId="47"/>
        <pc:sldMkLst>
          <pc:docMk/>
          <pc:sldMk cId="0" sldId="257"/>
        </pc:sldMkLst>
      </pc:sldChg>
      <pc:sldChg chg="del">
        <pc:chgData name="Deb McLeod" userId="0b0624db-22bb-453d-ac20-77325f5e7da3" providerId="ADAL" clId="{BFB2ABAB-CE71-4F33-88C3-BA8608001B51}" dt="2026-08-18T18:13:21.515" v="473" actId="47"/>
        <pc:sldMkLst>
          <pc:docMk/>
          <pc:sldMk cId="0" sldId="258"/>
        </pc:sldMkLst>
      </pc:sldChg>
      <pc:sldChg chg="delSp modSp add del mod setBg">
        <pc:chgData name="Deb McLeod" userId="0b0624db-22bb-453d-ac20-77325f5e7da3" providerId="ADAL" clId="{BFB2ABAB-CE71-4F33-88C3-BA8608001B51}" dt="2026-08-18T18:46:20.665" v="476" actId="47"/>
        <pc:sldMkLst>
          <pc:docMk/>
          <pc:sldMk cId="0" sldId="259"/>
        </pc:sldMkLst>
        <pc:spChg chg="mod">
          <ac:chgData name="Deb McLeod" userId="0b0624db-22bb-453d-ac20-77325f5e7da3" providerId="ADAL" clId="{BFB2ABAB-CE71-4F33-88C3-BA8608001B51}" dt="2026-08-18T16:57:32.650" v="169" actId="20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4:03.606" v="49" actId="20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6:48.436" v="65" actId="1035"/>
          <ac:spMkLst>
            <pc:docMk/>
            <pc:sldMk cId="0" sldId="259"/>
            <ac:spMk id="31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5:05.939" v="54" actId="207"/>
          <ac:spMkLst>
            <pc:docMk/>
            <pc:sldMk cId="0" sldId="259"/>
            <ac:spMk id="45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6:48.436" v="65" actId="1035"/>
          <ac:spMkLst>
            <pc:docMk/>
            <pc:sldMk cId="0" sldId="259"/>
            <ac:spMk id="57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6:36:18.553" v="55" actId="478"/>
          <ac:spMkLst>
            <pc:docMk/>
            <pc:sldMk cId="0" sldId="259"/>
            <ac:spMk id="58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6:34:13.274" v="50" actId="478"/>
          <ac:spMkLst>
            <pc:docMk/>
            <pc:sldMk cId="0" sldId="259"/>
            <ac:spMk id="59" creationId="{00000000-0000-0000-0000-000000000000}"/>
          </ac:spMkLst>
        </pc:spChg>
        <pc:picChg chg="mod">
          <ac:chgData name="Deb McLeod" userId="0b0624db-22bb-453d-ac20-77325f5e7da3" providerId="ADAL" clId="{BFB2ABAB-CE71-4F33-88C3-BA8608001B51}" dt="2026-08-18T16:36:59.147" v="71" actId="1035"/>
          <ac:picMkLst>
            <pc:docMk/>
            <pc:sldMk cId="0" sldId="259"/>
            <ac:picMk id="32" creationId="{00000000-0000-0000-0000-000000000000}"/>
          </ac:picMkLst>
        </pc:picChg>
      </pc:sldChg>
      <pc:sldChg chg="delSp modSp del mod chgLayout">
        <pc:chgData name="Deb McLeod" userId="0b0624db-22bb-453d-ac20-77325f5e7da3" providerId="ADAL" clId="{BFB2ABAB-CE71-4F33-88C3-BA8608001B51}" dt="2026-08-18T18:46:26.886" v="479" actId="47"/>
        <pc:sldMkLst>
          <pc:docMk/>
          <pc:sldMk cId="0" sldId="260"/>
        </pc:sldMkLst>
        <pc:spChg chg="del">
          <ac:chgData name="Deb McLeod" userId="0b0624db-22bb-453d-ac20-77325f5e7da3" providerId="ADAL" clId="{BFB2ABAB-CE71-4F33-88C3-BA8608001B51}" dt="2026-08-18T17:10:25.576" v="263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11:08.481" v="269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11:08.481" v="269" actId="20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10:37.267" v="265" actId="207"/>
          <ac:spMkLst>
            <pc:docMk/>
            <pc:sldMk cId="0" sldId="260"/>
            <ac:spMk id="41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10:17.474" v="262" actId="207"/>
          <ac:spMkLst>
            <pc:docMk/>
            <pc:sldMk cId="0" sldId="260"/>
            <ac:spMk id="42" creationId="{00000000-0000-0000-0000-000000000000}"/>
          </ac:spMkLst>
        </pc:spChg>
      </pc:sldChg>
      <pc:sldChg chg="addSp delSp modSp del mod chgLayout">
        <pc:chgData name="Deb McLeod" userId="0b0624db-22bb-453d-ac20-77325f5e7da3" providerId="ADAL" clId="{BFB2ABAB-CE71-4F33-88C3-BA8608001B51}" dt="2026-08-18T17:25:35.221" v="452" actId="47"/>
        <pc:sldMkLst>
          <pc:docMk/>
          <pc:sldMk cId="0" sldId="261"/>
        </pc:sldMkLst>
        <pc:spChg chg="add del">
          <ac:chgData name="Deb McLeod" userId="0b0624db-22bb-453d-ac20-77325f5e7da3" providerId="ADAL" clId="{BFB2ABAB-CE71-4F33-88C3-BA8608001B51}" dt="2026-08-18T17:08:20.605" v="230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8:44.707" v="233" actId="14100"/>
          <ac:spMkLst>
            <pc:docMk/>
            <pc:sldMk cId="0" sldId="261"/>
            <ac:spMk id="3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9:16.927" v="253" actId="10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8:47.985" v="234" actId="1410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9:16.927" v="253" actId="103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8:51.182" v="235" actId="1410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9:16.927" v="253" actId="103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8:56.349" v="236" actId="14100"/>
          <ac:spMkLst>
            <pc:docMk/>
            <pc:sldMk cId="0" sldId="261"/>
            <ac:spMk id="27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9:16.927" v="253" actId="1036"/>
          <ac:spMkLst>
            <pc:docMk/>
            <pc:sldMk cId="0" sldId="261"/>
            <ac:spMk id="33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6:04.426" v="217" actId="207"/>
          <ac:spMkLst>
            <pc:docMk/>
            <pc:sldMk cId="0" sldId="261"/>
            <ac:spMk id="39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9:16.927" v="253" actId="1036"/>
          <ac:spMkLst>
            <pc:docMk/>
            <pc:sldMk cId="0" sldId="261"/>
            <ac:spMk id="40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9:16.927" v="253" actId="1036"/>
          <ac:spMkLst>
            <pc:docMk/>
            <pc:sldMk cId="0" sldId="261"/>
            <ac:spMk id="45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9:16.927" v="253" actId="1036"/>
          <ac:spMkLst>
            <pc:docMk/>
            <pc:sldMk cId="0" sldId="261"/>
            <ac:spMk id="50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9:16.927" v="253" actId="1036"/>
          <ac:spMkLst>
            <pc:docMk/>
            <pc:sldMk cId="0" sldId="261"/>
            <ac:spMk id="51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9:16.927" v="253" actId="1036"/>
          <ac:spMkLst>
            <pc:docMk/>
            <pc:sldMk cId="0" sldId="261"/>
            <ac:spMk id="57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9:16.927" v="253" actId="1036"/>
          <ac:spMkLst>
            <pc:docMk/>
            <pc:sldMk cId="0" sldId="261"/>
            <ac:spMk id="59" creationId="{00000000-0000-0000-0000-000000000000}"/>
          </ac:spMkLst>
        </pc:spChg>
        <pc:spChg chg="add del">
          <ac:chgData name="Deb McLeod" userId="0b0624db-22bb-453d-ac20-77325f5e7da3" providerId="ADAL" clId="{BFB2ABAB-CE71-4F33-88C3-BA8608001B51}" dt="2026-08-18T17:08:25.385" v="231" actId="478"/>
          <ac:spMkLst>
            <pc:docMk/>
            <pc:sldMk cId="0" sldId="261"/>
            <ac:spMk id="61" creationId="{00000000-0000-0000-0000-000000000000}"/>
          </ac:spMkLst>
        </pc:spChg>
      </pc:sldChg>
      <pc:sldChg chg="add del setBg">
        <pc:chgData name="Deb McLeod" userId="0b0624db-22bb-453d-ac20-77325f5e7da3" providerId="ADAL" clId="{BFB2ABAB-CE71-4F33-88C3-BA8608001B51}" dt="2026-08-18T16:45:52.970" v="116" actId="47"/>
        <pc:sldMkLst>
          <pc:docMk/>
          <pc:sldMk cId="0" sldId="262"/>
        </pc:sldMkLst>
      </pc:sldChg>
      <pc:sldChg chg="modSp add del mod setBg">
        <pc:chgData name="Deb McLeod" userId="0b0624db-22bb-453d-ac20-77325f5e7da3" providerId="ADAL" clId="{BFB2ABAB-CE71-4F33-88C3-BA8608001B51}" dt="2026-08-18T16:58:56.220" v="181" actId="2696"/>
        <pc:sldMkLst>
          <pc:docMk/>
          <pc:sldMk cId="0" sldId="263"/>
        </pc:sldMkLst>
        <pc:spChg chg="mod">
          <ac:chgData name="Deb McLeod" userId="0b0624db-22bb-453d-ac20-77325f5e7da3" providerId="ADAL" clId="{BFB2ABAB-CE71-4F33-88C3-BA8608001B51}" dt="2026-08-18T16:58:43.718" v="180" actId="6549"/>
          <ac:spMkLst>
            <pc:docMk/>
            <pc:sldMk cId="0" sldId="263"/>
            <ac:spMk id="19" creationId="{00000000-0000-0000-0000-000000000000}"/>
          </ac:spMkLst>
        </pc:spChg>
      </pc:sldChg>
      <pc:sldChg chg="delSp modSp add del mod ord setBg modClrScheme chgLayout">
        <pc:chgData name="Deb McLeod" userId="0b0624db-22bb-453d-ac20-77325f5e7da3" providerId="ADAL" clId="{BFB2ABAB-CE71-4F33-88C3-BA8608001B51}" dt="2026-08-18T18:46:23.748" v="478" actId="47"/>
        <pc:sldMkLst>
          <pc:docMk/>
          <pc:sldMk cId="0" sldId="264"/>
        </pc:sldMkLst>
        <pc:spChg chg="del">
          <ac:chgData name="Deb McLeod" userId="0b0624db-22bb-453d-ac20-77325f5e7da3" providerId="ADAL" clId="{BFB2ABAB-CE71-4F33-88C3-BA8608001B51}" dt="2026-08-18T17:00:36.842" v="188" actId="4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6:50.755" v="117" actId="207"/>
          <ac:spMkLst>
            <pc:docMk/>
            <pc:sldMk cId="0" sldId="264"/>
            <ac:spMk id="3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00:12.989" v="187" actId="478"/>
          <ac:spMkLst>
            <pc:docMk/>
            <pc:sldMk cId="0" sldId="264"/>
            <ac:spMk id="4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59:24.285" v="182" actId="207"/>
          <ac:spMkLst>
            <pc:docMk/>
            <pc:sldMk cId="0" sldId="264"/>
            <ac:spMk id="7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00:12.989" v="187" actId="478"/>
          <ac:spMkLst>
            <pc:docMk/>
            <pc:sldMk cId="0" sldId="264"/>
            <ac:spMk id="8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6:50.755" v="117" actId="207"/>
          <ac:spMkLst>
            <pc:docMk/>
            <pc:sldMk cId="0" sldId="264"/>
            <ac:spMk id="11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00:12.989" v="187" actId="478"/>
          <ac:spMkLst>
            <pc:docMk/>
            <pc:sldMk cId="0" sldId="264"/>
            <ac:spMk id="12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59:33.352" v="183" actId="108"/>
          <ac:spMkLst>
            <pc:docMk/>
            <pc:sldMk cId="0" sldId="264"/>
            <ac:spMk id="15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00:12.989" v="187" actId="478"/>
          <ac:spMkLst>
            <pc:docMk/>
            <pc:sldMk cId="0" sldId="264"/>
            <ac:spMk id="16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6:50.755" v="117" actId="207"/>
          <ac:spMkLst>
            <pc:docMk/>
            <pc:sldMk cId="0" sldId="264"/>
            <ac:spMk id="19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00:12.989" v="187" actId="478"/>
          <ac:spMkLst>
            <pc:docMk/>
            <pc:sldMk cId="0" sldId="264"/>
            <ac:spMk id="20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59:51.313" v="184" actId="207"/>
          <ac:spMkLst>
            <pc:docMk/>
            <pc:sldMk cId="0" sldId="264"/>
            <ac:spMk id="25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59:55.147" v="185" actId="207"/>
          <ac:spMkLst>
            <pc:docMk/>
            <pc:sldMk cId="0" sldId="264"/>
            <ac:spMk id="26" creationId="{00000000-0000-0000-0000-000000000000}"/>
          </ac:spMkLst>
        </pc:spChg>
      </pc:sldChg>
      <pc:sldChg chg="addSp delSp modSp add del mod ord setBg modClrScheme chgLayout">
        <pc:chgData name="Deb McLeod" userId="0b0624db-22bb-453d-ac20-77325f5e7da3" providerId="ADAL" clId="{BFB2ABAB-CE71-4F33-88C3-BA8608001B51}" dt="2026-08-18T18:46:27.456" v="480" actId="47"/>
        <pc:sldMkLst>
          <pc:docMk/>
          <pc:sldMk cId="0" sldId="265"/>
        </pc:sldMkLst>
        <pc:spChg chg="del">
          <ac:chgData name="Deb McLeod" userId="0b0624db-22bb-453d-ac20-77325f5e7da3" providerId="ADAL" clId="{BFB2ABAB-CE71-4F33-88C3-BA8608001B51}" dt="2026-08-18T17:00:53.955" v="189" actId="478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Deb McLeod" userId="0b0624db-22bb-453d-ac20-77325f5e7da3" providerId="ADAL" clId="{BFB2ABAB-CE71-4F33-88C3-BA8608001B51}" dt="2026-08-18T16:50:39.669" v="165" actId="478"/>
          <ac:spMkLst>
            <pc:docMk/>
            <pc:sldMk cId="0" sldId="265"/>
            <ac:spMk id="3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24:37.436" v="445" actId="1076"/>
          <ac:spMkLst>
            <pc:docMk/>
            <pc:sldMk cId="0" sldId="265"/>
            <ac:spMk id="4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16:01.390" v="299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16:04.444" v="300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16:07.196" v="301" actId="478"/>
          <ac:spMkLst>
            <pc:docMk/>
            <pc:sldMk cId="0" sldId="265"/>
            <ac:spMk id="8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9:32.341" v="152" actId="1035"/>
          <ac:spMkLst>
            <pc:docMk/>
            <pc:sldMk cId="0" sldId="265"/>
            <ac:spMk id="9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7:04:30.684" v="211" actId="1076"/>
          <ac:spMkLst>
            <pc:docMk/>
            <pc:sldMk cId="0" sldId="265"/>
            <ac:spMk id="11" creationId="{00000000-0000-0000-0000-000000000000}"/>
          </ac:spMkLst>
        </pc:spChg>
        <pc:spChg chg="del mod">
          <ac:chgData name="Deb McLeod" userId="0b0624db-22bb-453d-ac20-77325f5e7da3" providerId="ADAL" clId="{BFB2ABAB-CE71-4F33-88C3-BA8608001B51}" dt="2026-08-18T17:18:51.646" v="347" actId="478"/>
          <ac:spMkLst>
            <pc:docMk/>
            <pc:sldMk cId="0" sldId="265"/>
            <ac:spMk id="13" creationId="{00000000-0000-0000-0000-000000000000}"/>
          </ac:spMkLst>
        </pc:spChg>
        <pc:spChg chg="del mod">
          <ac:chgData name="Deb McLeod" userId="0b0624db-22bb-453d-ac20-77325f5e7da3" providerId="ADAL" clId="{BFB2ABAB-CE71-4F33-88C3-BA8608001B51}" dt="2026-08-18T17:18:51.646" v="347" actId="478"/>
          <ac:spMkLst>
            <pc:docMk/>
            <pc:sldMk cId="0" sldId="265"/>
            <ac:spMk id="14" creationId="{00000000-0000-0000-0000-000000000000}"/>
          </ac:spMkLst>
        </pc:spChg>
        <pc:spChg chg="del mod">
          <ac:chgData name="Deb McLeod" userId="0b0624db-22bb-453d-ac20-77325f5e7da3" providerId="ADAL" clId="{BFB2ABAB-CE71-4F33-88C3-BA8608001B51}" dt="2026-08-18T17:19:00.816" v="348" actId="478"/>
          <ac:spMkLst>
            <pc:docMk/>
            <pc:sldMk cId="0" sldId="265"/>
            <ac:spMk id="15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9:32.341" v="152" actId="1035"/>
          <ac:spMkLst>
            <pc:docMk/>
            <pc:sldMk cId="0" sldId="265"/>
            <ac:spMk id="16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9:32.341" v="152" actId="1035"/>
          <ac:spMkLst>
            <pc:docMk/>
            <pc:sldMk cId="0" sldId="265"/>
            <ac:spMk id="18" creationId="{00000000-0000-0000-0000-000000000000}"/>
          </ac:spMkLst>
        </pc:spChg>
        <pc:spChg chg="del mod">
          <ac:chgData name="Deb McLeod" userId="0b0624db-22bb-453d-ac20-77325f5e7da3" providerId="ADAL" clId="{BFB2ABAB-CE71-4F33-88C3-BA8608001B51}" dt="2026-08-18T17:20:45.967" v="361" actId="478"/>
          <ac:spMkLst>
            <pc:docMk/>
            <pc:sldMk cId="0" sldId="265"/>
            <ac:spMk id="20" creationId="{00000000-0000-0000-0000-000000000000}"/>
          </ac:spMkLst>
        </pc:spChg>
        <pc:spChg chg="del mod">
          <ac:chgData name="Deb McLeod" userId="0b0624db-22bb-453d-ac20-77325f5e7da3" providerId="ADAL" clId="{BFB2ABAB-CE71-4F33-88C3-BA8608001B51}" dt="2026-08-18T17:20:48.735" v="362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20:55.300" v="363" actId="478"/>
          <ac:spMkLst>
            <pc:docMk/>
            <pc:sldMk cId="0" sldId="265"/>
            <ac:spMk id="22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9:45.134" v="158" actId="1035"/>
          <ac:spMkLst>
            <pc:docMk/>
            <pc:sldMk cId="0" sldId="265"/>
            <ac:spMk id="23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50:07.327" v="159" actId="20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50:15.078" v="160" actId="207"/>
          <ac:spMkLst>
            <pc:docMk/>
            <pc:sldMk cId="0" sldId="265"/>
            <ac:spMk id="26" creationId="{00000000-0000-0000-0000-000000000000}"/>
          </ac:spMkLst>
        </pc:spChg>
        <pc:spChg chg="del mod">
          <ac:chgData name="Deb McLeod" userId="0b0624db-22bb-453d-ac20-77325f5e7da3" providerId="ADAL" clId="{BFB2ABAB-CE71-4F33-88C3-BA8608001B51}" dt="2026-08-18T17:16:01.390" v="299" actId="478"/>
          <ac:spMkLst>
            <pc:docMk/>
            <pc:sldMk cId="0" sldId="265"/>
            <ac:spMk id="30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16:01.390" v="299" actId="478"/>
          <ac:spMkLst>
            <pc:docMk/>
            <pc:sldMk cId="0" sldId="265"/>
            <ac:spMk id="31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16:01.390" v="299" actId="478"/>
          <ac:spMkLst>
            <pc:docMk/>
            <pc:sldMk cId="0" sldId="265"/>
            <ac:spMk id="32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9:32.341" v="152" actId="1035"/>
          <ac:spMkLst>
            <pc:docMk/>
            <pc:sldMk cId="0" sldId="265"/>
            <ac:spMk id="33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18:42.806" v="346" actId="478"/>
          <ac:spMkLst>
            <pc:docMk/>
            <pc:sldMk cId="0" sldId="265"/>
            <ac:spMk id="36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18:42.806" v="346" actId="478"/>
          <ac:spMkLst>
            <pc:docMk/>
            <pc:sldMk cId="0" sldId="265"/>
            <ac:spMk id="37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18:42.806" v="346" actId="478"/>
          <ac:spMkLst>
            <pc:docMk/>
            <pc:sldMk cId="0" sldId="265"/>
            <ac:spMk id="38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20:26.015" v="360" actId="478"/>
          <ac:spMkLst>
            <pc:docMk/>
            <pc:sldMk cId="0" sldId="265"/>
            <ac:spMk id="42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20:26.015" v="360" actId="478"/>
          <ac:spMkLst>
            <pc:docMk/>
            <pc:sldMk cId="0" sldId="265"/>
            <ac:spMk id="43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7:20:26.015" v="360" actId="478"/>
          <ac:spMkLst>
            <pc:docMk/>
            <pc:sldMk cId="0" sldId="265"/>
            <ac:spMk id="44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9:45.134" v="158" actId="1035"/>
          <ac:spMkLst>
            <pc:docMk/>
            <pc:sldMk cId="0" sldId="265"/>
            <ac:spMk id="45" creationId="{00000000-0000-0000-0000-000000000000}"/>
          </ac:spMkLst>
        </pc:spChg>
        <pc:spChg chg="del mod">
          <ac:chgData name="Deb McLeod" userId="0b0624db-22bb-453d-ac20-77325f5e7da3" providerId="ADAL" clId="{BFB2ABAB-CE71-4F33-88C3-BA8608001B51}" dt="2026-08-18T16:50:34.792" v="164" actId="478"/>
          <ac:spMkLst>
            <pc:docMk/>
            <pc:sldMk cId="0" sldId="265"/>
            <ac:spMk id="46" creationId="{00000000-0000-0000-0000-000000000000}"/>
          </ac:spMkLst>
        </pc:spChg>
        <pc:spChg chg="add mod">
          <ac:chgData name="Deb McLeod" userId="0b0624db-22bb-453d-ac20-77325f5e7da3" providerId="ADAL" clId="{BFB2ABAB-CE71-4F33-88C3-BA8608001B51}" dt="2026-08-18T17:31:09.014" v="472"/>
          <ac:spMkLst>
            <pc:docMk/>
            <pc:sldMk cId="0" sldId="265"/>
            <ac:spMk id="47" creationId="{F25C39C1-1930-7832-7139-5642EF989750}"/>
          </ac:spMkLst>
        </pc:spChg>
        <pc:spChg chg="add mod">
          <ac:chgData name="Deb McLeod" userId="0b0624db-22bb-453d-ac20-77325f5e7da3" providerId="ADAL" clId="{BFB2ABAB-CE71-4F33-88C3-BA8608001B51}" dt="2026-08-18T17:24:35.329" v="444" actId="6549"/>
          <ac:spMkLst>
            <pc:docMk/>
            <pc:sldMk cId="0" sldId="265"/>
            <ac:spMk id="49" creationId="{9E13431F-D773-C049-BED4-A809EC4E023A}"/>
          </ac:spMkLst>
        </pc:spChg>
        <pc:spChg chg="add mod">
          <ac:chgData name="Deb McLeod" userId="0b0624db-22bb-453d-ac20-77325f5e7da3" providerId="ADAL" clId="{BFB2ABAB-CE71-4F33-88C3-BA8608001B51}" dt="2026-08-18T17:25:25.582" v="451" actId="6549"/>
          <ac:spMkLst>
            <pc:docMk/>
            <pc:sldMk cId="0" sldId="265"/>
            <ac:spMk id="51" creationId="{E63FCDAF-3DD6-8B5F-3EA2-D94741AC7E5A}"/>
          </ac:spMkLst>
        </pc:spChg>
        <pc:picChg chg="mod">
          <ac:chgData name="Deb McLeod" userId="0b0624db-22bb-453d-ac20-77325f5e7da3" providerId="ADAL" clId="{BFB2ABAB-CE71-4F33-88C3-BA8608001B51}" dt="2026-08-18T16:49:45.134" v="158" actId="1035"/>
          <ac:picMkLst>
            <pc:docMk/>
            <pc:sldMk cId="0" sldId="265"/>
            <ac:picMk id="24" creationId="{00000000-0000-0000-0000-000000000000}"/>
          </ac:picMkLst>
        </pc:picChg>
      </pc:sldChg>
      <pc:sldChg chg="addSp delSp modSp add del mod setBg modClrScheme chgLayout">
        <pc:chgData name="Deb McLeod" userId="0b0624db-22bb-453d-ac20-77325f5e7da3" providerId="ADAL" clId="{BFB2ABAB-CE71-4F33-88C3-BA8608001B51}" dt="2026-08-18T18:46:15.651" v="474" actId="47"/>
        <pc:sldMkLst>
          <pc:docMk/>
          <pc:sldMk cId="0" sldId="2147479426"/>
        </pc:sldMkLst>
        <pc:spChg chg="del">
          <ac:chgData name="Deb McLeod" userId="0b0624db-22bb-453d-ac20-77325f5e7da3" providerId="ADAL" clId="{BFB2ABAB-CE71-4F33-88C3-BA8608001B51}" dt="2026-08-18T16:40:53.168" v="110" actId="478"/>
          <ac:spMkLst>
            <pc:docMk/>
            <pc:sldMk cId="0" sldId="2147479426"/>
            <ac:spMk id="2" creationId="{00000000-0000-0000-0000-000000000000}"/>
          </ac:spMkLst>
        </pc:spChg>
        <pc:spChg chg="add del">
          <ac:chgData name="Deb McLeod" userId="0b0624db-22bb-453d-ac20-77325f5e7da3" providerId="ADAL" clId="{BFB2ABAB-CE71-4F33-88C3-BA8608001B51}" dt="2026-08-18T16:40:49.326" v="109" actId="478"/>
          <ac:spMkLst>
            <pc:docMk/>
            <pc:sldMk cId="0" sldId="2147479426"/>
            <ac:spMk id="3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3:11.968" v="41" actId="207"/>
          <ac:spMkLst>
            <pc:docMk/>
            <pc:sldMk cId="0" sldId="2147479426"/>
            <ac:spMk id="4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3:14.662" v="42" actId="108"/>
          <ac:spMkLst>
            <pc:docMk/>
            <pc:sldMk cId="0" sldId="2147479426"/>
            <ac:spMk id="6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3:17.360" v="43" actId="108"/>
          <ac:spMkLst>
            <pc:docMk/>
            <pc:sldMk cId="0" sldId="2147479426"/>
            <ac:spMk id="8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3:27.869" v="47" actId="108"/>
          <ac:spMkLst>
            <pc:docMk/>
            <pc:sldMk cId="0" sldId="2147479426"/>
            <ac:spMk id="10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3:19.668" v="44" actId="108"/>
          <ac:spMkLst>
            <pc:docMk/>
            <pc:sldMk cId="0" sldId="2147479426"/>
            <ac:spMk id="16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3:25.327" v="46" actId="108"/>
          <ac:spMkLst>
            <pc:docMk/>
            <pc:sldMk cId="0" sldId="2147479426"/>
            <ac:spMk id="18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3:22.286" v="45" actId="108"/>
          <ac:spMkLst>
            <pc:docMk/>
            <pc:sldMk cId="0" sldId="2147479426"/>
            <ac:spMk id="20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6:36:28.761" v="57" actId="478"/>
          <ac:spMkLst>
            <pc:docMk/>
            <pc:sldMk cId="0" sldId="2147479426"/>
            <ac:spMk id="46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6:48:27.871" v="121" actId="478"/>
          <ac:spMkLst>
            <pc:docMk/>
            <pc:sldMk cId="0" sldId="2147479426"/>
            <ac:spMk id="47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0:55.027" v="5" actId="12"/>
          <ac:spMkLst>
            <pc:docMk/>
            <pc:sldMk cId="0" sldId="2147479426"/>
            <ac:spMk id="48" creationId="{00000000-0000-0000-0000-000000000000}"/>
          </ac:spMkLst>
        </pc:spChg>
      </pc:sldChg>
      <pc:sldChg chg="addSp delSp modSp add del mod setBg modClrScheme chgLayout">
        <pc:chgData name="Deb McLeod" userId="0b0624db-22bb-453d-ac20-77325f5e7da3" providerId="ADAL" clId="{BFB2ABAB-CE71-4F33-88C3-BA8608001B51}" dt="2026-08-18T18:46:19.132" v="475" actId="47"/>
        <pc:sldMkLst>
          <pc:docMk/>
          <pc:sldMk cId="0" sldId="2147479427"/>
        </pc:sldMkLst>
        <pc:spChg chg="del">
          <ac:chgData name="Deb McLeod" userId="0b0624db-22bb-453d-ac20-77325f5e7da3" providerId="ADAL" clId="{BFB2ABAB-CE71-4F33-88C3-BA8608001B51}" dt="2026-08-18T16:31:45.656" v="37" actId="478"/>
          <ac:spMkLst>
            <pc:docMk/>
            <pc:sldMk cId="0" sldId="2147479427"/>
            <ac:spMk id="2" creationId="{00000000-0000-0000-0000-000000000000}"/>
          </ac:spMkLst>
        </pc:spChg>
        <pc:spChg chg="add del mod">
          <ac:chgData name="Deb McLeod" userId="0b0624db-22bb-453d-ac20-77325f5e7da3" providerId="ADAL" clId="{BFB2ABAB-CE71-4F33-88C3-BA8608001B51}" dt="2026-08-18T16:31:40.386" v="36" actId="478"/>
          <ac:spMkLst>
            <pc:docMk/>
            <pc:sldMk cId="0" sldId="2147479427"/>
            <ac:spMk id="3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1:30.415" v="34" actId="1036"/>
          <ac:spMkLst>
            <pc:docMk/>
            <pc:sldMk cId="0" sldId="2147479427"/>
            <ac:spMk id="4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1:30.415" v="34" actId="1036"/>
          <ac:spMkLst>
            <pc:docMk/>
            <pc:sldMk cId="0" sldId="2147479427"/>
            <ac:spMk id="6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1:30.415" v="34" actId="1036"/>
          <ac:spMkLst>
            <pc:docMk/>
            <pc:sldMk cId="0" sldId="2147479427"/>
            <ac:spMk id="8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56:54.060" v="168" actId="207"/>
          <ac:spMkLst>
            <pc:docMk/>
            <pc:sldMk cId="0" sldId="2147479427"/>
            <ac:spMk id="18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56:54.060" v="168" actId="207"/>
          <ac:spMkLst>
            <pc:docMk/>
            <pc:sldMk cId="0" sldId="2147479427"/>
            <ac:spMk id="20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56:54.060" v="168" actId="207"/>
          <ac:spMkLst>
            <pc:docMk/>
            <pc:sldMk cId="0" sldId="2147479427"/>
            <ac:spMk id="22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2:16.685" v="40" actId="207"/>
          <ac:spMkLst>
            <pc:docMk/>
            <pc:sldMk cId="0" sldId="2147479427"/>
            <ac:spMk id="24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2:16.685" v="40" actId="207"/>
          <ac:spMkLst>
            <pc:docMk/>
            <pc:sldMk cId="0" sldId="2147479427"/>
            <ac:spMk id="26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2:16.685" v="40" actId="207"/>
          <ac:spMkLst>
            <pc:docMk/>
            <pc:sldMk cId="0" sldId="2147479427"/>
            <ac:spMk id="28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1:30.415" v="34" actId="1036"/>
          <ac:spMkLst>
            <pc:docMk/>
            <pc:sldMk cId="0" sldId="2147479427"/>
            <ac:spMk id="33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1:30.415" v="34" actId="1036"/>
          <ac:spMkLst>
            <pc:docMk/>
            <pc:sldMk cId="0" sldId="2147479427"/>
            <ac:spMk id="37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1:30.415" v="34" actId="1036"/>
          <ac:spMkLst>
            <pc:docMk/>
            <pc:sldMk cId="0" sldId="2147479427"/>
            <ac:spMk id="39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1:30.415" v="34" actId="1036"/>
          <ac:spMkLst>
            <pc:docMk/>
            <pc:sldMk cId="0" sldId="2147479427"/>
            <ac:spMk id="40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1:30.415" v="34" actId="1036"/>
          <ac:spMkLst>
            <pc:docMk/>
            <pc:sldMk cId="0" sldId="2147479427"/>
            <ac:spMk id="44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1:30.415" v="34" actId="1036"/>
          <ac:spMkLst>
            <pc:docMk/>
            <pc:sldMk cId="0" sldId="2147479427"/>
            <ac:spMk id="45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1:54.934" v="39" actId="1076"/>
          <ac:spMkLst>
            <pc:docMk/>
            <pc:sldMk cId="0" sldId="2147479427"/>
            <ac:spMk id="46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1:30.415" v="34" actId="1036"/>
          <ac:spMkLst>
            <pc:docMk/>
            <pc:sldMk cId="0" sldId="2147479427"/>
            <ac:spMk id="47" creationId="{00000000-0000-0000-0000-000000000000}"/>
          </ac:spMkLst>
        </pc:spChg>
        <pc:spChg chg="del">
          <ac:chgData name="Deb McLeod" userId="0b0624db-22bb-453d-ac20-77325f5e7da3" providerId="ADAL" clId="{BFB2ABAB-CE71-4F33-88C3-BA8608001B51}" dt="2026-08-18T16:36:23.393" v="56" actId="478"/>
          <ac:spMkLst>
            <pc:docMk/>
            <pc:sldMk cId="0" sldId="2147479427"/>
            <ac:spMk id="51" creationId="{00000000-0000-0000-0000-000000000000}"/>
          </ac:spMkLst>
        </pc:spChg>
        <pc:spChg chg="del mod">
          <ac:chgData name="Deb McLeod" userId="0b0624db-22bb-453d-ac20-77325f5e7da3" providerId="ADAL" clId="{BFB2ABAB-CE71-4F33-88C3-BA8608001B51}" dt="2026-08-18T16:48:22.614" v="120" actId="478"/>
          <ac:spMkLst>
            <pc:docMk/>
            <pc:sldMk cId="0" sldId="2147479427"/>
            <ac:spMk id="52" creationId="{00000000-0000-0000-0000-000000000000}"/>
          </ac:spMkLst>
        </pc:spChg>
      </pc:sldChg>
      <pc:sldChg chg="delSp modSp add del mod setBg modClrScheme chgLayout">
        <pc:chgData name="Deb McLeod" userId="0b0624db-22bb-453d-ac20-77325f5e7da3" providerId="ADAL" clId="{BFB2ABAB-CE71-4F33-88C3-BA8608001B51}" dt="2026-08-18T18:46:22.670" v="477" actId="47"/>
        <pc:sldMkLst>
          <pc:docMk/>
          <pc:sldMk cId="0" sldId="2147479428"/>
        </pc:sldMkLst>
        <pc:spChg chg="del">
          <ac:chgData name="Deb McLeod" userId="0b0624db-22bb-453d-ac20-77325f5e7da3" providerId="ADAL" clId="{BFB2ABAB-CE71-4F33-88C3-BA8608001B51}" dt="2026-08-18T16:39:52.912" v="78" actId="478"/>
          <ac:spMkLst>
            <pc:docMk/>
            <pc:sldMk cId="0" sldId="2147479428"/>
            <ac:spMk id="2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0:13.295" v="105" actId="1036"/>
          <ac:spMkLst>
            <pc:docMk/>
            <pc:sldMk cId="0" sldId="2147479428"/>
            <ac:spMk id="6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8:06.440" v="73" actId="207"/>
          <ac:spMkLst>
            <pc:docMk/>
            <pc:sldMk cId="0" sldId="2147479428"/>
            <ac:spMk id="9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0:13.295" v="105" actId="1036"/>
          <ac:spMkLst>
            <pc:docMk/>
            <pc:sldMk cId="0" sldId="2147479428"/>
            <ac:spMk id="12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8:06.440" v="73" actId="207"/>
          <ac:spMkLst>
            <pc:docMk/>
            <pc:sldMk cId="0" sldId="2147479428"/>
            <ac:spMk id="15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0:13.295" v="105" actId="1036"/>
          <ac:spMkLst>
            <pc:docMk/>
            <pc:sldMk cId="0" sldId="2147479428"/>
            <ac:spMk id="19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9:11.748" v="74" actId="207"/>
          <ac:spMkLst>
            <pc:docMk/>
            <pc:sldMk cId="0" sldId="2147479428"/>
            <ac:spMk id="21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0:13.295" v="105" actId="1036"/>
          <ac:spMkLst>
            <pc:docMk/>
            <pc:sldMk cId="0" sldId="2147479428"/>
            <ac:spMk id="24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9:11.748" v="74" actId="207"/>
          <ac:spMkLst>
            <pc:docMk/>
            <pc:sldMk cId="0" sldId="2147479428"/>
            <ac:spMk id="27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0:13.295" v="105" actId="1036"/>
          <ac:spMkLst>
            <pc:docMk/>
            <pc:sldMk cId="0" sldId="2147479428"/>
            <ac:spMk id="34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9:35.589" v="75" actId="207"/>
          <ac:spMkLst>
            <pc:docMk/>
            <pc:sldMk cId="0" sldId="2147479428"/>
            <ac:spMk id="37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39:39.980" v="76" actId="207"/>
          <ac:spMkLst>
            <pc:docMk/>
            <pc:sldMk cId="0" sldId="2147479428"/>
            <ac:spMk id="38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0:13.295" v="105" actId="1036"/>
          <ac:spMkLst>
            <pc:docMk/>
            <pc:sldMk cId="0" sldId="2147479428"/>
            <ac:spMk id="40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0:13.295" v="105" actId="1036"/>
          <ac:spMkLst>
            <pc:docMk/>
            <pc:sldMk cId="0" sldId="2147479428"/>
            <ac:spMk id="45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0:13.295" v="105" actId="1036"/>
          <ac:spMkLst>
            <pc:docMk/>
            <pc:sldMk cId="0" sldId="2147479428"/>
            <ac:spMk id="52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0:13.295" v="105" actId="1036"/>
          <ac:spMkLst>
            <pc:docMk/>
            <pc:sldMk cId="0" sldId="2147479428"/>
            <ac:spMk id="57" creationId="{00000000-0000-0000-0000-000000000000}"/>
          </ac:spMkLst>
        </pc:spChg>
        <pc:spChg chg="mod">
          <ac:chgData name="Deb McLeod" userId="0b0624db-22bb-453d-ac20-77325f5e7da3" providerId="ADAL" clId="{BFB2ABAB-CE71-4F33-88C3-BA8608001B51}" dt="2026-08-18T16:40:13.295" v="105" actId="1036"/>
          <ac:spMkLst>
            <pc:docMk/>
            <pc:sldMk cId="0" sldId="2147479428"/>
            <ac:spMk id="59" creationId="{00000000-0000-0000-0000-000000000000}"/>
          </ac:spMkLst>
        </pc:spChg>
        <pc:spChg chg="del mod">
          <ac:chgData name="Deb McLeod" userId="0b0624db-22bb-453d-ac20-77325f5e7da3" providerId="ADAL" clId="{BFB2ABAB-CE71-4F33-88C3-BA8608001B51}" dt="2026-08-18T16:48:52.291" v="123" actId="478"/>
          <ac:spMkLst>
            <pc:docMk/>
            <pc:sldMk cId="0" sldId="2147479428"/>
            <ac:spMk id="61" creationId="{00000000-0000-0000-0000-000000000000}"/>
          </ac:spMkLst>
        </pc:spChg>
      </pc:sldChg>
      <pc:sldChg chg="add del setBg">
        <pc:chgData name="Deb McLeod" userId="0b0624db-22bb-453d-ac20-77325f5e7da3" providerId="ADAL" clId="{BFB2ABAB-CE71-4F33-88C3-BA8608001B51}" dt="2026-08-18T16:45:51.669" v="115" actId="47"/>
        <pc:sldMkLst>
          <pc:docMk/>
          <pc:sldMk cId="0" sldId="214747942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AF9CBA-6167-489E-A0F9-D4FD625C9B0D}" type="doc">
      <dgm:prSet loTypeId="urn:microsoft.com/office/officeart/2005/8/layout/hProcess4" loCatId="process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4C0D8AA9-E7EF-4115-9D42-28310C18FA4A}">
      <dgm:prSet phldrT="[Text]" phldr="0" custT="1"/>
      <dgm:spPr/>
      <dgm:t>
        <a:bodyPr/>
        <a:lstStyle/>
        <a:p>
          <a:r>
            <a:rPr lang="en-US" sz="550" b="1" baseline="0"/>
            <a:t>Evaluation</a:t>
          </a:r>
        </a:p>
      </dgm:t>
    </dgm:pt>
    <dgm:pt modelId="{0E5A9CA9-4CE2-4BA8-B60B-7D1DF238FA7B}" type="parTrans" cxnId="{83485507-DAD8-456B-919D-99C6669ED32D}">
      <dgm:prSet/>
      <dgm:spPr/>
      <dgm:t>
        <a:bodyPr/>
        <a:lstStyle/>
        <a:p>
          <a:endParaRPr lang="en-US"/>
        </a:p>
      </dgm:t>
    </dgm:pt>
    <dgm:pt modelId="{4A0D25AB-C600-4036-B3BF-2B559F06A8C3}" type="sibTrans" cxnId="{83485507-DAD8-456B-919D-99C6669ED32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23913BB-751B-4BF8-92B0-223C3534C2D6}">
      <dgm:prSet phldrT="[Text]" phldr="0" custT="1"/>
      <dgm:spPr/>
      <dgm:t>
        <a:bodyPr anchor="ctr"/>
        <a:lstStyle/>
        <a:p>
          <a:r>
            <a:rPr lang="en-US" sz="500" b="1" baseline="0">
              <a:latin typeface="+mn-lt"/>
            </a:rPr>
            <a:t>Tests</a:t>
          </a:r>
        </a:p>
      </dgm:t>
    </dgm:pt>
    <dgm:pt modelId="{6A418C37-9F78-4012-8B68-4E51112F16B1}" type="parTrans" cxnId="{6251701D-1157-45A5-A9B9-53F976419435}">
      <dgm:prSet/>
      <dgm:spPr/>
      <dgm:t>
        <a:bodyPr/>
        <a:lstStyle/>
        <a:p>
          <a:endParaRPr lang="en-US"/>
        </a:p>
      </dgm:t>
    </dgm:pt>
    <dgm:pt modelId="{41DA2AC4-D0CD-4013-9FA2-05A1F7BF20C6}" type="sibTrans" cxnId="{6251701D-1157-45A5-A9B9-53F976419435}">
      <dgm:prSet/>
      <dgm:spPr/>
      <dgm:t>
        <a:bodyPr/>
        <a:lstStyle/>
        <a:p>
          <a:endParaRPr lang="en-US"/>
        </a:p>
      </dgm:t>
    </dgm:pt>
    <dgm:pt modelId="{8C0D63C6-7624-4BA2-8230-638780E8F0D1}">
      <dgm:prSet phldrT="[Text]" phldr="0" custT="1"/>
      <dgm:spPr/>
      <dgm:t>
        <a:bodyPr anchor="ctr"/>
        <a:lstStyle/>
        <a:p>
          <a:r>
            <a:rPr lang="en-US" sz="500" b="1" baseline="0">
              <a:latin typeface="+mn-lt"/>
            </a:rPr>
            <a:t>Scoring</a:t>
          </a:r>
        </a:p>
      </dgm:t>
    </dgm:pt>
    <dgm:pt modelId="{8ED9D180-4BF5-4AEE-AE4C-02FE2438BD1C}" type="parTrans" cxnId="{33EBD09C-9C5D-472F-98D6-FDCD4EBAE864}">
      <dgm:prSet/>
      <dgm:spPr/>
      <dgm:t>
        <a:bodyPr/>
        <a:lstStyle/>
        <a:p>
          <a:endParaRPr lang="en-US"/>
        </a:p>
      </dgm:t>
    </dgm:pt>
    <dgm:pt modelId="{3A526CA8-9576-44C5-8D87-ADC2B5DFADE4}" type="sibTrans" cxnId="{33EBD09C-9C5D-472F-98D6-FDCD4EBAE864}">
      <dgm:prSet/>
      <dgm:spPr/>
      <dgm:t>
        <a:bodyPr/>
        <a:lstStyle/>
        <a:p>
          <a:endParaRPr lang="en-US"/>
        </a:p>
      </dgm:t>
    </dgm:pt>
    <dgm:pt modelId="{1738FC2A-C7D4-4EFE-A30D-CCA2ACAA9F03}">
      <dgm:prSet phldrT="[Text]" phldr="0" custT="1"/>
      <dgm:spPr/>
      <dgm:t>
        <a:bodyPr anchor="ctr"/>
        <a:lstStyle/>
        <a:p>
          <a:r>
            <a:rPr lang="en-US" sz="500" b="1" baseline="0">
              <a:latin typeface="+mn-lt"/>
            </a:rPr>
            <a:t>Tracing</a:t>
          </a:r>
        </a:p>
      </dgm:t>
    </dgm:pt>
    <dgm:pt modelId="{00587176-C6DC-4088-8B5D-DA8C67D2D089}" type="parTrans" cxnId="{83C2002B-D727-42E2-AB1D-4D82C924D308}">
      <dgm:prSet/>
      <dgm:spPr/>
      <dgm:t>
        <a:bodyPr/>
        <a:lstStyle/>
        <a:p>
          <a:endParaRPr lang="en-US"/>
        </a:p>
      </dgm:t>
    </dgm:pt>
    <dgm:pt modelId="{1E78B328-CE0A-4283-A160-54102A123A73}" type="sibTrans" cxnId="{83C2002B-D727-42E2-AB1D-4D82C924D308}">
      <dgm:prSet/>
      <dgm:spPr/>
      <dgm:t>
        <a:bodyPr/>
        <a:lstStyle/>
        <a:p>
          <a:endParaRPr lang="en-US"/>
        </a:p>
      </dgm:t>
    </dgm:pt>
    <dgm:pt modelId="{4672A500-396B-471C-809C-5D1E17AD186F}">
      <dgm:prSet phldrT="[Text]" phldr="0" custT="1"/>
      <dgm:spPr/>
      <dgm:t>
        <a:bodyPr/>
        <a:lstStyle/>
        <a:p>
          <a:r>
            <a:rPr lang="en-US" sz="500" b="1" baseline="0"/>
            <a:t>Detection</a:t>
          </a:r>
        </a:p>
      </dgm:t>
    </dgm:pt>
    <dgm:pt modelId="{E25F76B8-72C8-4B5F-9C89-233F1170B54F}" type="parTrans" cxnId="{9757DAE0-59F7-43EE-8B64-47111D819A9E}">
      <dgm:prSet/>
      <dgm:spPr/>
      <dgm:t>
        <a:bodyPr/>
        <a:lstStyle/>
        <a:p>
          <a:endParaRPr lang="en-US"/>
        </a:p>
      </dgm:t>
    </dgm:pt>
    <dgm:pt modelId="{20F76523-9024-40F4-972B-A7468BBB8F16}" type="sibTrans" cxnId="{9757DAE0-59F7-43EE-8B64-47111D819A9E}">
      <dgm:prSet/>
      <dgm:spPr/>
      <dgm:t>
        <a:bodyPr/>
        <a:lstStyle/>
        <a:p>
          <a:endParaRPr lang="en-US"/>
        </a:p>
      </dgm:t>
    </dgm:pt>
    <dgm:pt modelId="{AA2A98EF-FDB6-4D17-B24C-80F50C7088A6}">
      <dgm:prSet phldrT="[Text]" phldr="0" custT="1"/>
      <dgm:spPr/>
      <dgm:t>
        <a:bodyPr/>
        <a:lstStyle/>
        <a:p>
          <a:r>
            <a:rPr lang="en-US" sz="500" b="1" baseline="0"/>
            <a:t>Correction</a:t>
          </a:r>
        </a:p>
      </dgm:t>
    </dgm:pt>
    <dgm:pt modelId="{CF7080D0-E0AE-4AAA-9A66-93A41EB7D3F0}" type="parTrans" cxnId="{560B1646-8318-4708-AC56-DDE40E031F63}">
      <dgm:prSet/>
      <dgm:spPr/>
      <dgm:t>
        <a:bodyPr/>
        <a:lstStyle/>
        <a:p>
          <a:endParaRPr lang="en-US"/>
        </a:p>
      </dgm:t>
    </dgm:pt>
    <dgm:pt modelId="{527AADD7-FBFA-47A5-BCA5-EDD893819559}" type="sibTrans" cxnId="{560B1646-8318-4708-AC56-DDE40E031F63}">
      <dgm:prSet/>
      <dgm:spPr/>
      <dgm:t>
        <a:bodyPr/>
        <a:lstStyle/>
        <a:p>
          <a:endParaRPr lang="en-US"/>
        </a:p>
      </dgm:t>
    </dgm:pt>
    <dgm:pt modelId="{6986ED1F-30AE-42F4-AAEC-FD5FDBB26D37}">
      <dgm:prSet phldrT="[Text]" phldr="0" custT="1"/>
      <dgm:spPr/>
      <dgm:t>
        <a:bodyPr/>
        <a:lstStyle/>
        <a:p>
          <a:r>
            <a:rPr lang="en-US" sz="550" b="1" baseline="0"/>
            <a:t>Tooling</a:t>
          </a:r>
        </a:p>
      </dgm:t>
    </dgm:pt>
    <dgm:pt modelId="{1E1BEFFE-B606-43AE-B7DD-25BC2106BC56}" type="parTrans" cxnId="{6ACFEF2E-9862-4FEC-8F0B-89C32095F1F6}">
      <dgm:prSet/>
      <dgm:spPr/>
      <dgm:t>
        <a:bodyPr/>
        <a:lstStyle/>
        <a:p>
          <a:endParaRPr lang="en-US"/>
        </a:p>
      </dgm:t>
    </dgm:pt>
    <dgm:pt modelId="{51C071B6-E853-4891-B431-3023722D0C33}" type="sibTrans" cxnId="{6ACFEF2E-9862-4FEC-8F0B-89C32095F1F6}">
      <dgm:prSet/>
      <dgm:spPr/>
      <dgm:t>
        <a:bodyPr/>
        <a:lstStyle/>
        <a:p>
          <a:endParaRPr lang="en-US"/>
        </a:p>
      </dgm:t>
    </dgm:pt>
    <dgm:pt modelId="{226BD45B-FDF7-4935-8258-AE303753D30B}">
      <dgm:prSet phldrT="[Text]" phldr="0" custT="1"/>
      <dgm:spPr/>
      <dgm:t>
        <a:bodyPr/>
        <a:lstStyle/>
        <a:p>
          <a:r>
            <a:rPr lang="en-US" sz="500" b="1" baseline="0"/>
            <a:t>Swapping</a:t>
          </a:r>
        </a:p>
      </dgm:t>
    </dgm:pt>
    <dgm:pt modelId="{5A3A2B2A-6547-45E9-A183-EE389592FEE0}" type="parTrans" cxnId="{80495AE8-15A2-4351-A496-CA27826C5A29}">
      <dgm:prSet/>
      <dgm:spPr/>
      <dgm:t>
        <a:bodyPr/>
        <a:lstStyle/>
        <a:p>
          <a:endParaRPr lang="en-US"/>
        </a:p>
      </dgm:t>
    </dgm:pt>
    <dgm:pt modelId="{74440931-4318-4A5B-861A-9DAF31BACD9F}" type="sibTrans" cxnId="{80495AE8-15A2-4351-A496-CA27826C5A29}">
      <dgm:prSet/>
      <dgm:spPr/>
      <dgm:t>
        <a:bodyPr/>
        <a:lstStyle/>
        <a:p>
          <a:endParaRPr lang="en-US"/>
        </a:p>
      </dgm:t>
    </dgm:pt>
    <dgm:pt modelId="{528ADABE-FB00-4796-8635-36127B06DFEC}">
      <dgm:prSet phldrT="[Text]" phldr="0" custT="1"/>
      <dgm:spPr/>
      <dgm:t>
        <a:bodyPr/>
        <a:lstStyle/>
        <a:p>
          <a:r>
            <a:rPr lang="en-US" sz="550" b="1" baseline="0"/>
            <a:t>A/B Testing</a:t>
          </a:r>
        </a:p>
      </dgm:t>
    </dgm:pt>
    <dgm:pt modelId="{0E63577F-49A1-4806-9050-7295CDEE390B}" type="parTrans" cxnId="{17E409DD-871A-415D-BFE6-523D41F672EC}">
      <dgm:prSet/>
      <dgm:spPr/>
      <dgm:t>
        <a:bodyPr/>
        <a:lstStyle/>
        <a:p>
          <a:endParaRPr lang="en-US"/>
        </a:p>
      </dgm:t>
    </dgm:pt>
    <dgm:pt modelId="{665240F0-4147-4012-903A-B6E9437CC2CF}" type="sibTrans" cxnId="{17E409DD-871A-415D-BFE6-523D41F672EC}">
      <dgm:prSet/>
      <dgm:spPr/>
      <dgm:t>
        <a:bodyPr/>
        <a:lstStyle/>
        <a:p>
          <a:endParaRPr lang="en-US"/>
        </a:p>
      </dgm:t>
    </dgm:pt>
    <dgm:pt modelId="{1873A903-7479-408B-AA31-2D00343A9342}">
      <dgm:prSet phldrT="[Text]" phldr="0" custT="1"/>
      <dgm:spPr/>
      <dgm:t>
        <a:bodyPr/>
        <a:lstStyle/>
        <a:p>
          <a:r>
            <a:rPr lang="en-US" sz="550" b="1" kern="800" baseline="0"/>
            <a:t>Optimization</a:t>
          </a:r>
        </a:p>
      </dgm:t>
    </dgm:pt>
    <dgm:pt modelId="{FEAB3C85-881C-4C90-8BA5-6D7A217179E2}" type="parTrans" cxnId="{E06DFBDB-BE52-4187-B101-57FE209B7B52}">
      <dgm:prSet/>
      <dgm:spPr/>
      <dgm:t>
        <a:bodyPr/>
        <a:lstStyle/>
        <a:p>
          <a:endParaRPr lang="en-US"/>
        </a:p>
      </dgm:t>
    </dgm:pt>
    <dgm:pt modelId="{FFBBC88A-50FD-442C-B3D4-35888D4E69AE}" type="sibTrans" cxnId="{E06DFBDB-BE52-4187-B101-57FE209B7B52}">
      <dgm:prSet/>
      <dgm:spPr/>
      <dgm:t>
        <a:bodyPr/>
        <a:lstStyle/>
        <a:p>
          <a:endParaRPr lang="en-US"/>
        </a:p>
      </dgm:t>
    </dgm:pt>
    <dgm:pt modelId="{31A4D54F-3732-4054-BCC8-D53A0DCECAB6}">
      <dgm:prSet phldrT="[Text]" phldr="0" custT="1"/>
      <dgm:spPr/>
      <dgm:t>
        <a:bodyPr anchor="ctr"/>
        <a:lstStyle/>
        <a:p>
          <a:r>
            <a:rPr lang="en-US" sz="500" b="1" baseline="0"/>
            <a:t>Right sizing</a:t>
          </a:r>
        </a:p>
      </dgm:t>
    </dgm:pt>
    <dgm:pt modelId="{5446401B-6FEB-4C75-AE05-0DE462D5FBAB}" type="parTrans" cxnId="{EAA25923-2BEF-44A9-A5E2-9C68F713F0B6}">
      <dgm:prSet/>
      <dgm:spPr/>
      <dgm:t>
        <a:bodyPr/>
        <a:lstStyle/>
        <a:p>
          <a:endParaRPr lang="en-US"/>
        </a:p>
      </dgm:t>
    </dgm:pt>
    <dgm:pt modelId="{F18DED30-8BF7-469C-B4E4-1A9D4607D5CC}" type="sibTrans" cxnId="{EAA25923-2BEF-44A9-A5E2-9C68F713F0B6}">
      <dgm:prSet/>
      <dgm:spPr/>
      <dgm:t>
        <a:bodyPr/>
        <a:lstStyle/>
        <a:p>
          <a:endParaRPr lang="en-US"/>
        </a:p>
      </dgm:t>
    </dgm:pt>
    <dgm:pt modelId="{70340936-B06B-4829-BA35-8D233F876268}">
      <dgm:prSet phldrT="[Text]" phldr="0" custT="1"/>
      <dgm:spPr/>
      <dgm:t>
        <a:bodyPr anchor="ctr"/>
        <a:lstStyle/>
        <a:p>
          <a:r>
            <a:rPr lang="en-US" sz="500" b="1" baseline="0"/>
            <a:t>Cost control</a:t>
          </a:r>
        </a:p>
      </dgm:t>
    </dgm:pt>
    <dgm:pt modelId="{E0AE6FE9-4FA4-4160-B876-9A99A21AB2B3}" type="parTrans" cxnId="{FAAF99AB-6460-4C3A-8878-A9B695617099}">
      <dgm:prSet/>
      <dgm:spPr/>
      <dgm:t>
        <a:bodyPr/>
        <a:lstStyle/>
        <a:p>
          <a:endParaRPr lang="en-US"/>
        </a:p>
      </dgm:t>
    </dgm:pt>
    <dgm:pt modelId="{E80A4A03-3E2D-40B0-AEB9-EF6FEE34746E}" type="sibTrans" cxnId="{FAAF99AB-6460-4C3A-8878-A9B695617099}">
      <dgm:prSet/>
      <dgm:spPr/>
      <dgm:t>
        <a:bodyPr/>
        <a:lstStyle/>
        <a:p>
          <a:endParaRPr lang="en-US"/>
        </a:p>
      </dgm:t>
    </dgm:pt>
    <dgm:pt modelId="{7C9DA748-D9BF-4208-BD0E-F720537C3DD2}">
      <dgm:prSet phldrT="[Text]" phldr="0" custT="1"/>
      <dgm:spPr/>
      <dgm:t>
        <a:bodyPr/>
        <a:lstStyle/>
        <a:p>
          <a:r>
            <a:rPr lang="en-US" sz="550" b="1" baseline="0"/>
            <a:t>Scalability</a:t>
          </a:r>
        </a:p>
      </dgm:t>
    </dgm:pt>
    <dgm:pt modelId="{B49CFEBA-FBA9-46F5-8202-5576C0001DC6}" type="parTrans" cxnId="{C64F601F-8E25-486F-846A-BE536F174F7C}">
      <dgm:prSet/>
      <dgm:spPr/>
      <dgm:t>
        <a:bodyPr/>
        <a:lstStyle/>
        <a:p>
          <a:endParaRPr lang="en-US"/>
        </a:p>
      </dgm:t>
    </dgm:pt>
    <dgm:pt modelId="{66F96B60-7486-45CD-8E35-38C622F806ED}" type="sibTrans" cxnId="{C64F601F-8E25-486F-846A-BE536F174F7C}">
      <dgm:prSet/>
      <dgm:spPr/>
      <dgm:t>
        <a:bodyPr/>
        <a:lstStyle/>
        <a:p>
          <a:endParaRPr lang="en-US"/>
        </a:p>
      </dgm:t>
    </dgm:pt>
    <dgm:pt modelId="{3C7DE5B8-5872-4F2E-9D09-88D788C27520}">
      <dgm:prSet phldrT="[Text]" phldr="0"/>
      <dgm:spPr/>
      <dgm:t>
        <a:bodyPr anchor="ctr"/>
        <a:lstStyle/>
        <a:p>
          <a:r>
            <a:rPr lang="en-US" b="1" baseline="0"/>
            <a:t>Testing</a:t>
          </a:r>
        </a:p>
      </dgm:t>
    </dgm:pt>
    <dgm:pt modelId="{70B9C74B-6BFC-4F2B-A43C-DE6B8A6BDD85}" type="parTrans" cxnId="{FD20A4FE-CB0B-4DD2-A54D-A4FA4E606F1E}">
      <dgm:prSet/>
      <dgm:spPr/>
      <dgm:t>
        <a:bodyPr/>
        <a:lstStyle/>
        <a:p>
          <a:endParaRPr lang="en-US"/>
        </a:p>
      </dgm:t>
    </dgm:pt>
    <dgm:pt modelId="{93D655E4-EFFA-4695-9E70-6B3CE867A41C}" type="sibTrans" cxnId="{FD20A4FE-CB0B-4DD2-A54D-A4FA4E606F1E}">
      <dgm:prSet/>
      <dgm:spPr/>
      <dgm:t>
        <a:bodyPr/>
        <a:lstStyle/>
        <a:p>
          <a:endParaRPr lang="en-US"/>
        </a:p>
      </dgm:t>
    </dgm:pt>
    <dgm:pt modelId="{E0A8F677-54FF-4192-AAA0-01B23CD238ED}">
      <dgm:prSet phldrT="[Text]" phldr="0"/>
      <dgm:spPr/>
      <dgm:t>
        <a:bodyPr anchor="ctr"/>
        <a:lstStyle/>
        <a:p>
          <a:r>
            <a:rPr lang="en-US" b="1" baseline="0"/>
            <a:t>Remediation</a:t>
          </a:r>
        </a:p>
      </dgm:t>
    </dgm:pt>
    <dgm:pt modelId="{90F39FD6-F2CE-420A-A95E-42A39BAD1043}" type="parTrans" cxnId="{4E973237-6D08-46B9-9465-74E90C1F06FE}">
      <dgm:prSet/>
      <dgm:spPr/>
      <dgm:t>
        <a:bodyPr/>
        <a:lstStyle/>
        <a:p>
          <a:endParaRPr lang="en-US"/>
        </a:p>
      </dgm:t>
    </dgm:pt>
    <dgm:pt modelId="{572D86BA-B581-4DEA-82AA-795E83CEBC07}" type="sibTrans" cxnId="{4E973237-6D08-46B9-9465-74E90C1F06FE}">
      <dgm:prSet/>
      <dgm:spPr/>
      <dgm:t>
        <a:bodyPr/>
        <a:lstStyle/>
        <a:p>
          <a:endParaRPr lang="en-US"/>
        </a:p>
      </dgm:t>
    </dgm:pt>
    <dgm:pt modelId="{CE4DAF57-0533-4D5D-B2B1-50C926920057}">
      <dgm:prSet phldrT="[Text]" phldr="0" custT="1"/>
      <dgm:spPr/>
      <dgm:t>
        <a:bodyPr/>
        <a:lstStyle/>
        <a:p>
          <a:r>
            <a:rPr lang="en-US" sz="550" b="1" baseline="0"/>
            <a:t>Drift</a:t>
          </a:r>
        </a:p>
      </dgm:t>
    </dgm:pt>
    <dgm:pt modelId="{A6A15EB3-5F0E-4650-8A0B-617BBCC700CF}" type="parTrans" cxnId="{322A0350-C94D-41DF-A71F-8D40F7078DEA}">
      <dgm:prSet/>
      <dgm:spPr/>
      <dgm:t>
        <a:bodyPr/>
        <a:lstStyle/>
        <a:p>
          <a:endParaRPr lang="en-US"/>
        </a:p>
      </dgm:t>
    </dgm:pt>
    <dgm:pt modelId="{76276B52-4B9C-43A8-8E41-36CFB1C6E7EA}" type="sibTrans" cxnId="{322A0350-C94D-41DF-A71F-8D40F7078DEA}">
      <dgm:prSet/>
      <dgm:spPr/>
      <dgm:t>
        <a:bodyPr/>
        <a:lstStyle/>
        <a:p>
          <a:endParaRPr lang="en-US"/>
        </a:p>
      </dgm:t>
    </dgm:pt>
    <dgm:pt modelId="{2124F8A1-82FD-4775-AC1E-1832501AB44C}">
      <dgm:prSet phldrT="[Text]" phldr="0" custT="1"/>
      <dgm:spPr/>
      <dgm:t>
        <a:bodyPr/>
        <a:lstStyle/>
        <a:p>
          <a:r>
            <a:rPr lang="en-US" sz="550" b="1" baseline="0"/>
            <a:t>Model</a:t>
          </a:r>
        </a:p>
      </dgm:t>
    </dgm:pt>
    <dgm:pt modelId="{3E433EBF-16C8-47B1-9D8E-27C113ED5A01}" type="parTrans" cxnId="{1C5B10A2-F5C9-4154-8A8F-A3BE45E7DDDF}">
      <dgm:prSet/>
      <dgm:spPr/>
      <dgm:t>
        <a:bodyPr/>
        <a:lstStyle/>
        <a:p>
          <a:endParaRPr lang="en-US"/>
        </a:p>
      </dgm:t>
    </dgm:pt>
    <dgm:pt modelId="{BEEA5998-0218-480C-9BC5-0F27B9E3C95A}" type="sibTrans" cxnId="{1C5B10A2-F5C9-4154-8A8F-A3BE45E7DDD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3934E0A-F199-4F05-A199-B772C4FFE45A}">
      <dgm:prSet phldrT="[Text]" phldr="0" custT="1"/>
      <dgm:spPr/>
      <dgm:t>
        <a:bodyPr anchor="ctr"/>
        <a:lstStyle/>
        <a:p>
          <a:r>
            <a:rPr lang="en-US" sz="500" b="1" baseline="0"/>
            <a:t>Knowledge Bases</a:t>
          </a:r>
        </a:p>
      </dgm:t>
    </dgm:pt>
    <dgm:pt modelId="{7A322F12-0975-46A5-952D-FD7D66547A0B}" type="parTrans" cxnId="{050635CA-0BC0-4A7D-BDA2-99C1F0B9E9AC}">
      <dgm:prSet/>
      <dgm:spPr/>
      <dgm:t>
        <a:bodyPr/>
        <a:lstStyle/>
        <a:p>
          <a:endParaRPr lang="en-US"/>
        </a:p>
      </dgm:t>
    </dgm:pt>
    <dgm:pt modelId="{E80C579E-8863-412B-9551-31703C68A699}" type="sibTrans" cxnId="{050635CA-0BC0-4A7D-BDA2-99C1F0B9E9AC}">
      <dgm:prSet/>
      <dgm:spPr/>
      <dgm:t>
        <a:bodyPr/>
        <a:lstStyle/>
        <a:p>
          <a:endParaRPr lang="en-US"/>
        </a:p>
      </dgm:t>
    </dgm:pt>
    <dgm:pt modelId="{C0267769-E4E0-4C65-9B8A-9C945EBEB2FB}">
      <dgm:prSet phldrT="[Text]" phldr="0" custT="1"/>
      <dgm:spPr/>
      <dgm:t>
        <a:bodyPr anchor="ctr"/>
        <a:lstStyle/>
        <a:p>
          <a:r>
            <a:rPr lang="en-US" sz="500" b="1" baseline="0"/>
            <a:t>Workflow</a:t>
          </a:r>
        </a:p>
      </dgm:t>
    </dgm:pt>
    <dgm:pt modelId="{CCB76789-9CD4-429E-8AE9-555B9676C922}" type="parTrans" cxnId="{BCB57964-6909-4243-A597-BC8C92D287DB}">
      <dgm:prSet/>
      <dgm:spPr/>
      <dgm:t>
        <a:bodyPr/>
        <a:lstStyle/>
        <a:p>
          <a:endParaRPr lang="en-US"/>
        </a:p>
      </dgm:t>
    </dgm:pt>
    <dgm:pt modelId="{70AEAA7A-D2A1-423C-A661-2D0DBA4A386E}" type="sibTrans" cxnId="{BCB57964-6909-4243-A597-BC8C92D287DB}">
      <dgm:prSet/>
      <dgm:spPr/>
      <dgm:t>
        <a:bodyPr/>
        <a:lstStyle/>
        <a:p>
          <a:endParaRPr lang="en-US"/>
        </a:p>
      </dgm:t>
    </dgm:pt>
    <dgm:pt modelId="{B81F7C6B-93BB-4B31-95BA-5C9D7ED87D31}">
      <dgm:prSet phldrT="[Text]" phldr="0" custT="1"/>
      <dgm:spPr/>
      <dgm:t>
        <a:bodyPr anchor="ctr"/>
        <a:lstStyle/>
        <a:p>
          <a:r>
            <a:rPr lang="en-US" sz="500" b="1" baseline="0"/>
            <a:t>Control</a:t>
          </a:r>
        </a:p>
      </dgm:t>
    </dgm:pt>
    <dgm:pt modelId="{36C5AF3B-7BA5-4FA8-B812-4E203955F9A4}" type="parTrans" cxnId="{C7C883C6-E5FA-4149-BD77-5B6AE221EDF7}">
      <dgm:prSet/>
      <dgm:spPr/>
      <dgm:t>
        <a:bodyPr/>
        <a:lstStyle/>
        <a:p>
          <a:endParaRPr lang="en-US"/>
        </a:p>
      </dgm:t>
    </dgm:pt>
    <dgm:pt modelId="{47C6AD6B-46CF-47BC-BBBC-C9734EB3ECEE}" type="sibTrans" cxnId="{C7C883C6-E5FA-4149-BD77-5B6AE221EDF7}">
      <dgm:prSet/>
      <dgm:spPr/>
      <dgm:t>
        <a:bodyPr/>
        <a:lstStyle/>
        <a:p>
          <a:endParaRPr lang="en-US"/>
        </a:p>
      </dgm:t>
    </dgm:pt>
    <dgm:pt modelId="{AEE3E8F2-5FE3-4ADB-A9EE-1D2B6A5D0ABF}">
      <dgm:prSet phldrT="[Text]" phldr="0" custT="1"/>
      <dgm:spPr/>
      <dgm:t>
        <a:bodyPr anchor="ctr"/>
        <a:lstStyle/>
        <a:p>
          <a:r>
            <a:rPr lang="en-US" sz="500" b="1" baseline="0"/>
            <a:t>Variant</a:t>
          </a:r>
        </a:p>
      </dgm:t>
    </dgm:pt>
    <dgm:pt modelId="{419F74FC-CFDD-48C4-9EAF-7A8640D72901}" type="parTrans" cxnId="{B4C1345C-A740-40F6-8864-BBC010F34197}">
      <dgm:prSet/>
      <dgm:spPr/>
      <dgm:t>
        <a:bodyPr/>
        <a:lstStyle/>
        <a:p>
          <a:endParaRPr lang="en-US"/>
        </a:p>
      </dgm:t>
    </dgm:pt>
    <dgm:pt modelId="{F78E92E1-A8EC-46FC-B3EA-91D51FE773C5}" type="sibTrans" cxnId="{B4C1345C-A740-40F6-8864-BBC010F34197}">
      <dgm:prSet/>
      <dgm:spPr/>
      <dgm:t>
        <a:bodyPr/>
        <a:lstStyle/>
        <a:p>
          <a:endParaRPr lang="en-US"/>
        </a:p>
      </dgm:t>
    </dgm:pt>
    <dgm:pt modelId="{B44D69A1-32AC-4339-A50D-640B8D71651D}">
      <dgm:prSet phldrT="[Text]" phldr="0" custT="1"/>
      <dgm:spPr/>
      <dgm:t>
        <a:bodyPr anchor="ctr"/>
        <a:lstStyle/>
        <a:p>
          <a:r>
            <a:rPr lang="en-US" sz="500" b="1" baseline="0"/>
            <a:t>Evaluate</a:t>
          </a:r>
        </a:p>
      </dgm:t>
    </dgm:pt>
    <dgm:pt modelId="{4A7B7D16-3421-4691-9E94-57D3F544FD57}" type="parTrans" cxnId="{FF120153-E10A-450B-9E62-FEEE732E4E12}">
      <dgm:prSet/>
      <dgm:spPr/>
      <dgm:t>
        <a:bodyPr/>
        <a:lstStyle/>
        <a:p>
          <a:endParaRPr lang="en-US"/>
        </a:p>
      </dgm:t>
    </dgm:pt>
    <dgm:pt modelId="{19BB8282-5AF5-492E-BB02-BEE6CE71B27C}" type="sibTrans" cxnId="{FF120153-E10A-450B-9E62-FEEE732E4E12}">
      <dgm:prSet/>
      <dgm:spPr/>
      <dgm:t>
        <a:bodyPr/>
        <a:lstStyle/>
        <a:p>
          <a:endParaRPr lang="en-US"/>
        </a:p>
      </dgm:t>
    </dgm:pt>
    <dgm:pt modelId="{0EE726EB-8396-4276-9175-1716F3468ACC}">
      <dgm:prSet phldrT="[Text]" phldr="0" custT="1"/>
      <dgm:spPr/>
      <dgm:t>
        <a:bodyPr/>
        <a:lstStyle/>
        <a:p>
          <a:r>
            <a:rPr lang="en-US" sz="500" b="1" baseline="0"/>
            <a:t>Re-eval</a:t>
          </a:r>
        </a:p>
      </dgm:t>
    </dgm:pt>
    <dgm:pt modelId="{AA7A9A49-ECFD-476F-B4FA-C0003B34652B}" type="parTrans" cxnId="{881EBC83-FABE-498C-B8DD-D28DA3DA050D}">
      <dgm:prSet/>
      <dgm:spPr/>
      <dgm:t>
        <a:bodyPr/>
        <a:lstStyle/>
        <a:p>
          <a:endParaRPr lang="en-US"/>
        </a:p>
      </dgm:t>
    </dgm:pt>
    <dgm:pt modelId="{A032FE63-9EE8-4EDE-BA0E-32CD11545843}" type="sibTrans" cxnId="{881EBC83-FABE-498C-B8DD-D28DA3DA050D}">
      <dgm:prSet/>
      <dgm:spPr/>
      <dgm:t>
        <a:bodyPr/>
        <a:lstStyle/>
        <a:p>
          <a:endParaRPr lang="en-US"/>
        </a:p>
      </dgm:t>
    </dgm:pt>
    <dgm:pt modelId="{5C1B973E-553A-4DE4-AED5-31446656B26D}" type="pres">
      <dgm:prSet presAssocID="{D4AF9CBA-6167-489E-A0F9-D4FD625C9B0D}" presName="Name0" presStyleCnt="0">
        <dgm:presLayoutVars>
          <dgm:dir/>
          <dgm:animLvl val="lvl"/>
          <dgm:resizeHandles val="exact"/>
        </dgm:presLayoutVars>
      </dgm:prSet>
      <dgm:spPr/>
    </dgm:pt>
    <dgm:pt modelId="{C5542D9C-C3BF-4FD2-A78D-53E4AA59E072}" type="pres">
      <dgm:prSet presAssocID="{D4AF9CBA-6167-489E-A0F9-D4FD625C9B0D}" presName="tSp" presStyleCnt="0"/>
      <dgm:spPr/>
    </dgm:pt>
    <dgm:pt modelId="{9E835A84-3EEA-471E-A2C0-E1D467C6CCEF}" type="pres">
      <dgm:prSet presAssocID="{D4AF9CBA-6167-489E-A0F9-D4FD625C9B0D}" presName="bSp" presStyleCnt="0"/>
      <dgm:spPr/>
    </dgm:pt>
    <dgm:pt modelId="{B0E77366-52C1-4007-ADF9-9A843A44B248}" type="pres">
      <dgm:prSet presAssocID="{D4AF9CBA-6167-489E-A0F9-D4FD625C9B0D}" presName="process" presStyleCnt="0"/>
      <dgm:spPr/>
    </dgm:pt>
    <dgm:pt modelId="{967045FE-A701-4614-B2D4-8109FE8B62DD}" type="pres">
      <dgm:prSet presAssocID="{4C0D8AA9-E7EF-4115-9D42-28310C18FA4A}" presName="composite1" presStyleCnt="0"/>
      <dgm:spPr/>
    </dgm:pt>
    <dgm:pt modelId="{6EB9A3F2-D773-42F4-8F3A-9723F7A3E7D6}" type="pres">
      <dgm:prSet presAssocID="{4C0D8AA9-E7EF-4115-9D42-28310C18FA4A}" presName="dummyNode1" presStyleLbl="node1" presStyleIdx="0" presStyleCnt="7"/>
      <dgm:spPr/>
    </dgm:pt>
    <dgm:pt modelId="{FD892CB9-BC8C-4F8A-B927-08BDB3FD4F9A}" type="pres">
      <dgm:prSet presAssocID="{4C0D8AA9-E7EF-4115-9D42-28310C18FA4A}" presName="childNode1" presStyleLbl="bgAcc1" presStyleIdx="0" presStyleCnt="7">
        <dgm:presLayoutVars>
          <dgm:bulletEnabled val="1"/>
        </dgm:presLayoutVars>
      </dgm:prSet>
      <dgm:spPr/>
    </dgm:pt>
    <dgm:pt modelId="{9A2F63E1-1DA3-4D5A-9B1B-866ECCC9695A}" type="pres">
      <dgm:prSet presAssocID="{4C0D8AA9-E7EF-4115-9D42-28310C18FA4A}" presName="childNode1tx" presStyleLbl="bgAcc1" presStyleIdx="0" presStyleCnt="7">
        <dgm:presLayoutVars>
          <dgm:bulletEnabled val="1"/>
        </dgm:presLayoutVars>
      </dgm:prSet>
      <dgm:spPr/>
    </dgm:pt>
    <dgm:pt modelId="{DAD85C91-9975-4E4E-B02C-3EED2C949836}" type="pres">
      <dgm:prSet presAssocID="{4C0D8AA9-E7EF-4115-9D42-28310C18FA4A}" presName="parentNode1" presStyleLbl="node1" presStyleIdx="0" presStyleCnt="7" custScaleX="110000" custScaleY="110000">
        <dgm:presLayoutVars>
          <dgm:chMax val="1"/>
          <dgm:bulletEnabled val="1"/>
        </dgm:presLayoutVars>
      </dgm:prSet>
      <dgm:spPr/>
    </dgm:pt>
    <dgm:pt modelId="{5CE8799F-57FA-4995-9247-0226B7615D6F}" type="pres">
      <dgm:prSet presAssocID="{4C0D8AA9-E7EF-4115-9D42-28310C18FA4A}" presName="connSite1" presStyleCnt="0"/>
      <dgm:spPr/>
    </dgm:pt>
    <dgm:pt modelId="{34A47062-9AE8-4A04-A566-28C5205E2B36}" type="pres">
      <dgm:prSet presAssocID="{4A0D25AB-C600-4036-B3BF-2B559F06A8C3}" presName="Name9" presStyleLbl="sibTrans2D1" presStyleIdx="0" presStyleCnt="6"/>
      <dgm:spPr/>
    </dgm:pt>
    <dgm:pt modelId="{62214629-9A8F-4FF2-A61C-C0D60D1D18E4}" type="pres">
      <dgm:prSet presAssocID="{CE4DAF57-0533-4D5D-B2B1-50C926920057}" presName="composite2" presStyleCnt="0"/>
      <dgm:spPr/>
    </dgm:pt>
    <dgm:pt modelId="{C39D59B4-FFA4-47B5-B825-C097854217F6}" type="pres">
      <dgm:prSet presAssocID="{CE4DAF57-0533-4D5D-B2B1-50C926920057}" presName="dummyNode2" presStyleLbl="node1" presStyleIdx="0" presStyleCnt="7"/>
      <dgm:spPr/>
    </dgm:pt>
    <dgm:pt modelId="{EA9C2AEB-D704-4C49-ABF8-7741F8AFAF25}" type="pres">
      <dgm:prSet presAssocID="{CE4DAF57-0533-4D5D-B2B1-50C926920057}" presName="childNode2" presStyleLbl="bgAcc1" presStyleIdx="1" presStyleCnt="7">
        <dgm:presLayoutVars>
          <dgm:bulletEnabled val="1"/>
        </dgm:presLayoutVars>
      </dgm:prSet>
      <dgm:spPr/>
    </dgm:pt>
    <dgm:pt modelId="{3A974300-9334-46EB-86AF-ABC465C5667D}" type="pres">
      <dgm:prSet presAssocID="{CE4DAF57-0533-4D5D-B2B1-50C926920057}" presName="childNode2tx" presStyleLbl="bgAcc1" presStyleIdx="1" presStyleCnt="7">
        <dgm:presLayoutVars>
          <dgm:bulletEnabled val="1"/>
        </dgm:presLayoutVars>
      </dgm:prSet>
      <dgm:spPr/>
    </dgm:pt>
    <dgm:pt modelId="{81A4FA78-AA4D-4F73-AB2C-3315A2E65185}" type="pres">
      <dgm:prSet presAssocID="{CE4DAF57-0533-4D5D-B2B1-50C926920057}" presName="parentNode2" presStyleLbl="node1" presStyleIdx="1" presStyleCnt="7" custScaleX="90909" custScaleY="90909">
        <dgm:presLayoutVars>
          <dgm:chMax val="0"/>
          <dgm:bulletEnabled val="1"/>
        </dgm:presLayoutVars>
      </dgm:prSet>
      <dgm:spPr/>
    </dgm:pt>
    <dgm:pt modelId="{B8EACD1C-16EB-43FF-94A9-620463035B8D}" type="pres">
      <dgm:prSet presAssocID="{CE4DAF57-0533-4D5D-B2B1-50C926920057}" presName="connSite2" presStyleCnt="0"/>
      <dgm:spPr/>
    </dgm:pt>
    <dgm:pt modelId="{00049CA3-CB62-4392-8431-C8DA6BEFC419}" type="pres">
      <dgm:prSet presAssocID="{76276B52-4B9C-43A8-8E41-36CFB1C6E7EA}" presName="Name18" presStyleLbl="sibTrans2D1" presStyleIdx="1" presStyleCnt="6"/>
      <dgm:spPr/>
    </dgm:pt>
    <dgm:pt modelId="{13A2655A-9E0B-41E9-86C0-6016273E6A88}" type="pres">
      <dgm:prSet presAssocID="{6986ED1F-30AE-42F4-AAEC-FD5FDBB26D37}" presName="composite1" presStyleCnt="0"/>
      <dgm:spPr/>
    </dgm:pt>
    <dgm:pt modelId="{845FC182-26A7-4CFF-9760-A27B32710DCE}" type="pres">
      <dgm:prSet presAssocID="{6986ED1F-30AE-42F4-AAEC-FD5FDBB26D37}" presName="dummyNode1" presStyleLbl="node1" presStyleIdx="1" presStyleCnt="7"/>
      <dgm:spPr/>
    </dgm:pt>
    <dgm:pt modelId="{4DC3FED9-05EF-4A07-8B7E-3CD88076AC2D}" type="pres">
      <dgm:prSet presAssocID="{6986ED1F-30AE-42F4-AAEC-FD5FDBB26D37}" presName="childNode1" presStyleLbl="bgAcc1" presStyleIdx="2" presStyleCnt="7">
        <dgm:presLayoutVars>
          <dgm:bulletEnabled val="1"/>
        </dgm:presLayoutVars>
      </dgm:prSet>
      <dgm:spPr/>
    </dgm:pt>
    <dgm:pt modelId="{24383EAD-83A7-49A4-A417-08C3DB5B48C0}" type="pres">
      <dgm:prSet presAssocID="{6986ED1F-30AE-42F4-AAEC-FD5FDBB26D37}" presName="childNode1tx" presStyleLbl="bgAcc1" presStyleIdx="2" presStyleCnt="7">
        <dgm:presLayoutVars>
          <dgm:bulletEnabled val="1"/>
        </dgm:presLayoutVars>
      </dgm:prSet>
      <dgm:spPr/>
    </dgm:pt>
    <dgm:pt modelId="{4CAF2253-9DA0-4226-BE51-397BC5542EEC}" type="pres">
      <dgm:prSet presAssocID="{6986ED1F-30AE-42F4-AAEC-FD5FDBB26D37}" presName="parentNode1" presStyleLbl="node1" presStyleIdx="2" presStyleCnt="7">
        <dgm:presLayoutVars>
          <dgm:chMax val="1"/>
          <dgm:bulletEnabled val="1"/>
        </dgm:presLayoutVars>
      </dgm:prSet>
      <dgm:spPr/>
    </dgm:pt>
    <dgm:pt modelId="{DEA6898C-997F-4847-9B66-6567DC0446B8}" type="pres">
      <dgm:prSet presAssocID="{6986ED1F-30AE-42F4-AAEC-FD5FDBB26D37}" presName="connSite1" presStyleCnt="0"/>
      <dgm:spPr/>
    </dgm:pt>
    <dgm:pt modelId="{94749A51-3CA3-4FEA-9CCF-398D25B7D185}" type="pres">
      <dgm:prSet presAssocID="{51C071B6-E853-4891-B431-3023722D0C33}" presName="Name9" presStyleLbl="sibTrans2D1" presStyleIdx="2" presStyleCnt="6"/>
      <dgm:spPr/>
    </dgm:pt>
    <dgm:pt modelId="{C04E9495-ABC3-4620-B3C6-F940B562AEE9}" type="pres">
      <dgm:prSet presAssocID="{2124F8A1-82FD-4775-AC1E-1832501AB44C}" presName="composite2" presStyleCnt="0"/>
      <dgm:spPr/>
    </dgm:pt>
    <dgm:pt modelId="{623CE348-BE33-406F-A85E-D179D7EA9BF5}" type="pres">
      <dgm:prSet presAssocID="{2124F8A1-82FD-4775-AC1E-1832501AB44C}" presName="dummyNode2" presStyleLbl="node1" presStyleIdx="2" presStyleCnt="7"/>
      <dgm:spPr/>
    </dgm:pt>
    <dgm:pt modelId="{A787A489-F5AC-40C3-8705-75E2405CEAC8}" type="pres">
      <dgm:prSet presAssocID="{2124F8A1-82FD-4775-AC1E-1832501AB44C}" presName="childNode2" presStyleLbl="bgAcc1" presStyleIdx="3" presStyleCnt="7">
        <dgm:presLayoutVars>
          <dgm:bulletEnabled val="1"/>
        </dgm:presLayoutVars>
      </dgm:prSet>
      <dgm:spPr/>
    </dgm:pt>
    <dgm:pt modelId="{9C33EA2E-ADEF-4A26-8035-1976B5D10BEC}" type="pres">
      <dgm:prSet presAssocID="{2124F8A1-82FD-4775-AC1E-1832501AB44C}" presName="childNode2tx" presStyleLbl="bgAcc1" presStyleIdx="3" presStyleCnt="7">
        <dgm:presLayoutVars>
          <dgm:bulletEnabled val="1"/>
        </dgm:presLayoutVars>
      </dgm:prSet>
      <dgm:spPr/>
    </dgm:pt>
    <dgm:pt modelId="{2CCA01FD-1EB4-4446-9E46-F12185DF1943}" type="pres">
      <dgm:prSet presAssocID="{2124F8A1-82FD-4775-AC1E-1832501AB44C}" presName="parentNode2" presStyleLbl="node1" presStyleIdx="3" presStyleCnt="7" custScaleX="90909" custScaleY="90909">
        <dgm:presLayoutVars>
          <dgm:chMax val="0"/>
          <dgm:bulletEnabled val="1"/>
        </dgm:presLayoutVars>
      </dgm:prSet>
      <dgm:spPr/>
    </dgm:pt>
    <dgm:pt modelId="{1FFBE243-B2AF-4259-9EDD-B7EE6DC709ED}" type="pres">
      <dgm:prSet presAssocID="{2124F8A1-82FD-4775-AC1E-1832501AB44C}" presName="connSite2" presStyleCnt="0"/>
      <dgm:spPr/>
    </dgm:pt>
    <dgm:pt modelId="{3A8AC83F-D56B-40EB-85C3-4603EA125189}" type="pres">
      <dgm:prSet presAssocID="{BEEA5998-0218-480C-9BC5-0F27B9E3C95A}" presName="Name18" presStyleLbl="sibTrans2D1" presStyleIdx="3" presStyleCnt="6"/>
      <dgm:spPr/>
    </dgm:pt>
    <dgm:pt modelId="{82BA7759-B305-43FB-94AE-0800A0F18863}" type="pres">
      <dgm:prSet presAssocID="{528ADABE-FB00-4796-8635-36127B06DFEC}" presName="composite1" presStyleCnt="0"/>
      <dgm:spPr/>
    </dgm:pt>
    <dgm:pt modelId="{318223C9-09A1-4982-BC59-3F292B43E78A}" type="pres">
      <dgm:prSet presAssocID="{528ADABE-FB00-4796-8635-36127B06DFEC}" presName="dummyNode1" presStyleLbl="node1" presStyleIdx="3" presStyleCnt="7"/>
      <dgm:spPr/>
    </dgm:pt>
    <dgm:pt modelId="{CF519579-7316-4F88-AEEC-87B85F0754AB}" type="pres">
      <dgm:prSet presAssocID="{528ADABE-FB00-4796-8635-36127B06DFEC}" presName="childNode1" presStyleLbl="bgAcc1" presStyleIdx="4" presStyleCnt="7">
        <dgm:presLayoutVars>
          <dgm:bulletEnabled val="1"/>
        </dgm:presLayoutVars>
      </dgm:prSet>
      <dgm:spPr/>
    </dgm:pt>
    <dgm:pt modelId="{BD743F52-FAB0-40E7-9744-16C51B9DA310}" type="pres">
      <dgm:prSet presAssocID="{528ADABE-FB00-4796-8635-36127B06DFEC}" presName="childNode1tx" presStyleLbl="bgAcc1" presStyleIdx="4" presStyleCnt="7">
        <dgm:presLayoutVars>
          <dgm:bulletEnabled val="1"/>
        </dgm:presLayoutVars>
      </dgm:prSet>
      <dgm:spPr/>
    </dgm:pt>
    <dgm:pt modelId="{CC7696CC-EBDE-4F40-91AA-0F3271AE3BB9}" type="pres">
      <dgm:prSet presAssocID="{528ADABE-FB00-4796-8635-36127B06DFEC}" presName="parentNode1" presStyleLbl="node1" presStyleIdx="4" presStyleCnt="7" custScaleX="110000" custScaleY="110000">
        <dgm:presLayoutVars>
          <dgm:chMax val="1"/>
          <dgm:bulletEnabled val="1"/>
        </dgm:presLayoutVars>
      </dgm:prSet>
      <dgm:spPr/>
    </dgm:pt>
    <dgm:pt modelId="{5A554376-3D28-46B3-B403-86401B5297E7}" type="pres">
      <dgm:prSet presAssocID="{528ADABE-FB00-4796-8635-36127B06DFEC}" presName="connSite1" presStyleCnt="0"/>
      <dgm:spPr/>
    </dgm:pt>
    <dgm:pt modelId="{15773D0D-87FB-4F26-976D-7DFA365733B5}" type="pres">
      <dgm:prSet presAssocID="{665240F0-4147-4012-903A-B6E9437CC2CF}" presName="Name9" presStyleLbl="sibTrans2D1" presStyleIdx="4" presStyleCnt="6"/>
      <dgm:spPr/>
    </dgm:pt>
    <dgm:pt modelId="{3323CD92-2528-439D-98B1-499D63A86FF1}" type="pres">
      <dgm:prSet presAssocID="{1873A903-7479-408B-AA31-2D00343A9342}" presName="composite2" presStyleCnt="0"/>
      <dgm:spPr/>
    </dgm:pt>
    <dgm:pt modelId="{E6C9B2D0-370D-49BA-BA73-3D268B70E3E0}" type="pres">
      <dgm:prSet presAssocID="{1873A903-7479-408B-AA31-2D00343A9342}" presName="dummyNode2" presStyleLbl="node1" presStyleIdx="4" presStyleCnt="7"/>
      <dgm:spPr/>
    </dgm:pt>
    <dgm:pt modelId="{BE6547CB-5680-498E-A234-53AF30E9ECC8}" type="pres">
      <dgm:prSet presAssocID="{1873A903-7479-408B-AA31-2D00343A9342}" presName="childNode2" presStyleLbl="bgAcc1" presStyleIdx="5" presStyleCnt="7" custScaleX="110000" custScaleY="110000">
        <dgm:presLayoutVars>
          <dgm:bulletEnabled val="1"/>
        </dgm:presLayoutVars>
      </dgm:prSet>
      <dgm:spPr/>
    </dgm:pt>
    <dgm:pt modelId="{9904D310-5255-4C4D-8E8A-F67A68DB5F4F}" type="pres">
      <dgm:prSet presAssocID="{1873A903-7479-408B-AA31-2D00343A9342}" presName="childNode2tx" presStyleLbl="bgAcc1" presStyleIdx="5" presStyleCnt="7">
        <dgm:presLayoutVars>
          <dgm:bulletEnabled val="1"/>
        </dgm:presLayoutVars>
      </dgm:prSet>
      <dgm:spPr/>
    </dgm:pt>
    <dgm:pt modelId="{4897E3AD-6C43-4AAB-A898-EEC16558D197}" type="pres">
      <dgm:prSet presAssocID="{1873A903-7479-408B-AA31-2D00343A9342}" presName="parentNode2" presStyleLbl="node1" presStyleIdx="5" presStyleCnt="7" custScaleX="121000" custScaleY="121000">
        <dgm:presLayoutVars>
          <dgm:chMax val="0"/>
          <dgm:bulletEnabled val="1"/>
        </dgm:presLayoutVars>
      </dgm:prSet>
      <dgm:spPr/>
    </dgm:pt>
    <dgm:pt modelId="{CB5A04C1-D270-47AB-A0D4-A55E09B49D81}" type="pres">
      <dgm:prSet presAssocID="{1873A903-7479-408B-AA31-2D00343A9342}" presName="connSite2" presStyleCnt="0"/>
      <dgm:spPr/>
    </dgm:pt>
    <dgm:pt modelId="{6DEDC9D6-FF27-40DD-888E-F17610A1D0ED}" type="pres">
      <dgm:prSet presAssocID="{FFBBC88A-50FD-442C-B3D4-35888D4E69AE}" presName="Name18" presStyleLbl="sibTrans2D1" presStyleIdx="5" presStyleCnt="6"/>
      <dgm:spPr/>
    </dgm:pt>
    <dgm:pt modelId="{76DFDE8B-EA41-452F-AC8D-E672CC2CD591}" type="pres">
      <dgm:prSet presAssocID="{7C9DA748-D9BF-4208-BD0E-F720537C3DD2}" presName="composite1" presStyleCnt="0"/>
      <dgm:spPr/>
    </dgm:pt>
    <dgm:pt modelId="{6E8FBECE-EBBD-4BF1-85FE-D30E8B65F009}" type="pres">
      <dgm:prSet presAssocID="{7C9DA748-D9BF-4208-BD0E-F720537C3DD2}" presName="dummyNode1" presStyleLbl="node1" presStyleIdx="5" presStyleCnt="7"/>
      <dgm:spPr/>
    </dgm:pt>
    <dgm:pt modelId="{39EF8751-4EB4-410D-80C4-2636B18F9906}" type="pres">
      <dgm:prSet presAssocID="{7C9DA748-D9BF-4208-BD0E-F720537C3DD2}" presName="childNode1" presStyleLbl="bgAcc1" presStyleIdx="6" presStyleCnt="7" custScaleX="110000" custScaleY="110000">
        <dgm:presLayoutVars>
          <dgm:bulletEnabled val="1"/>
        </dgm:presLayoutVars>
      </dgm:prSet>
      <dgm:spPr/>
    </dgm:pt>
    <dgm:pt modelId="{08BF5901-7D78-4CFB-8438-8DB63DD78399}" type="pres">
      <dgm:prSet presAssocID="{7C9DA748-D9BF-4208-BD0E-F720537C3DD2}" presName="childNode1tx" presStyleLbl="bgAcc1" presStyleIdx="6" presStyleCnt="7">
        <dgm:presLayoutVars>
          <dgm:bulletEnabled val="1"/>
        </dgm:presLayoutVars>
      </dgm:prSet>
      <dgm:spPr/>
    </dgm:pt>
    <dgm:pt modelId="{DB915F82-765F-486D-9106-3DFAF3AD47F0}" type="pres">
      <dgm:prSet presAssocID="{7C9DA748-D9BF-4208-BD0E-F720537C3DD2}" presName="parentNode1" presStyleLbl="node1" presStyleIdx="6" presStyleCnt="7">
        <dgm:presLayoutVars>
          <dgm:chMax val="1"/>
          <dgm:bulletEnabled val="1"/>
        </dgm:presLayoutVars>
      </dgm:prSet>
      <dgm:spPr/>
    </dgm:pt>
    <dgm:pt modelId="{0AF90BEB-B67A-4507-88DA-9795BC61A926}" type="pres">
      <dgm:prSet presAssocID="{7C9DA748-D9BF-4208-BD0E-F720537C3DD2}" presName="connSite1" presStyleCnt="0"/>
      <dgm:spPr/>
    </dgm:pt>
  </dgm:ptLst>
  <dgm:cxnLst>
    <dgm:cxn modelId="{83485507-DAD8-456B-919D-99C6669ED32D}" srcId="{D4AF9CBA-6167-489E-A0F9-D4FD625C9B0D}" destId="{4C0D8AA9-E7EF-4115-9D42-28310C18FA4A}" srcOrd="0" destOrd="0" parTransId="{0E5A9CA9-4CE2-4BA8-B60B-7D1DF238FA7B}" sibTransId="{4A0D25AB-C600-4036-B3BF-2B559F06A8C3}"/>
    <dgm:cxn modelId="{C18C3819-FFF1-4F5E-8470-5C8A7E57F6BB}" type="presOf" srcId="{B81F7C6B-93BB-4B31-95BA-5C9D7ED87D31}" destId="{CF519579-7316-4F88-AEEC-87B85F0754AB}" srcOrd="0" destOrd="0" presId="urn:microsoft.com/office/officeart/2005/8/layout/hProcess4"/>
    <dgm:cxn modelId="{0034E81A-9444-474E-9804-BC2FBB0F5BF4}" type="presOf" srcId="{B81F7C6B-93BB-4B31-95BA-5C9D7ED87D31}" destId="{BD743F52-FAB0-40E7-9744-16C51B9DA310}" srcOrd="1" destOrd="0" presId="urn:microsoft.com/office/officeart/2005/8/layout/hProcess4"/>
    <dgm:cxn modelId="{6251701D-1157-45A5-A9B9-53F976419435}" srcId="{4C0D8AA9-E7EF-4115-9D42-28310C18FA4A}" destId="{523913BB-751B-4BF8-92B0-223C3534C2D6}" srcOrd="0" destOrd="0" parTransId="{6A418C37-9F78-4012-8B68-4E51112F16B1}" sibTransId="{41DA2AC4-D0CD-4013-9FA2-05A1F7BF20C6}"/>
    <dgm:cxn modelId="{C8C8A41E-D5E8-4DEE-B448-9F5F97804CF0}" type="presOf" srcId="{4672A500-396B-471C-809C-5D1E17AD186F}" destId="{3A974300-9334-46EB-86AF-ABC465C5667D}" srcOrd="1" destOrd="0" presId="urn:microsoft.com/office/officeart/2005/8/layout/hProcess4"/>
    <dgm:cxn modelId="{5C6FE81E-C921-4AC3-8A46-668EE52A7FD8}" type="presOf" srcId="{AA2A98EF-FDB6-4D17-B24C-80F50C7088A6}" destId="{3A974300-9334-46EB-86AF-ABC465C5667D}" srcOrd="1" destOrd="1" presId="urn:microsoft.com/office/officeart/2005/8/layout/hProcess4"/>
    <dgm:cxn modelId="{C64F601F-8E25-486F-846A-BE536F174F7C}" srcId="{D4AF9CBA-6167-489E-A0F9-D4FD625C9B0D}" destId="{7C9DA748-D9BF-4208-BD0E-F720537C3DD2}" srcOrd="6" destOrd="0" parTransId="{B49CFEBA-FBA9-46F5-8202-5576C0001DC6}" sibTransId="{66F96B60-7486-45CD-8E35-38C622F806ED}"/>
    <dgm:cxn modelId="{AF523620-32BA-4436-9E0D-44E22DD9C6BB}" type="presOf" srcId="{1738FC2A-C7D4-4EFE-A30D-CCA2ACAA9F03}" destId="{FD892CB9-BC8C-4F8A-B927-08BDB3FD4F9A}" srcOrd="0" destOrd="2" presId="urn:microsoft.com/office/officeart/2005/8/layout/hProcess4"/>
    <dgm:cxn modelId="{EAA25923-2BEF-44A9-A5E2-9C68F713F0B6}" srcId="{1873A903-7479-408B-AA31-2D00343A9342}" destId="{31A4D54F-3732-4054-BCC8-D53A0DCECAB6}" srcOrd="0" destOrd="0" parTransId="{5446401B-6FEB-4C75-AE05-0DE462D5FBAB}" sibTransId="{F18DED30-8BF7-469C-B4E4-1A9D4607D5CC}"/>
    <dgm:cxn modelId="{B05EDB28-D0A5-4C9B-BDBE-312AF5C75E32}" type="presOf" srcId="{0EE726EB-8396-4276-9175-1716F3468ACC}" destId="{A787A489-F5AC-40C3-8705-75E2405CEAC8}" srcOrd="0" destOrd="1" presId="urn:microsoft.com/office/officeart/2005/8/layout/hProcess4"/>
    <dgm:cxn modelId="{83C2002B-D727-42E2-AB1D-4D82C924D308}" srcId="{4C0D8AA9-E7EF-4115-9D42-28310C18FA4A}" destId="{1738FC2A-C7D4-4EFE-A30D-CCA2ACAA9F03}" srcOrd="2" destOrd="0" parTransId="{00587176-C6DC-4088-8B5D-DA8C67D2D089}" sibTransId="{1E78B328-CE0A-4283-A160-54102A123A73}"/>
    <dgm:cxn modelId="{9B750B2E-9A33-46C2-9541-64E8EA0F229D}" type="presOf" srcId="{6986ED1F-30AE-42F4-AAEC-FD5FDBB26D37}" destId="{4CAF2253-9DA0-4226-BE51-397BC5542EEC}" srcOrd="0" destOrd="0" presId="urn:microsoft.com/office/officeart/2005/8/layout/hProcess4"/>
    <dgm:cxn modelId="{6ACFEF2E-9862-4FEC-8F0B-89C32095F1F6}" srcId="{D4AF9CBA-6167-489E-A0F9-D4FD625C9B0D}" destId="{6986ED1F-30AE-42F4-AAEC-FD5FDBB26D37}" srcOrd="2" destOrd="0" parTransId="{1E1BEFFE-B606-43AE-B7DD-25BC2106BC56}" sibTransId="{51C071B6-E853-4891-B431-3023722D0C33}"/>
    <dgm:cxn modelId="{4E973237-6D08-46B9-9465-74E90C1F06FE}" srcId="{7C9DA748-D9BF-4208-BD0E-F720537C3DD2}" destId="{E0A8F677-54FF-4192-AAA0-01B23CD238ED}" srcOrd="1" destOrd="0" parTransId="{90F39FD6-F2CE-420A-A95E-42A39BAD1043}" sibTransId="{572D86BA-B581-4DEA-82AA-795E83CEBC07}"/>
    <dgm:cxn modelId="{DA2C503B-77B1-4052-BE5D-8BF7875D70DA}" type="presOf" srcId="{70340936-B06B-4829-BA35-8D233F876268}" destId="{BE6547CB-5680-498E-A234-53AF30E9ECC8}" srcOrd="0" destOrd="1" presId="urn:microsoft.com/office/officeart/2005/8/layout/hProcess4"/>
    <dgm:cxn modelId="{21C5DD3C-3142-44B8-9559-9953D1241499}" type="presOf" srcId="{E0A8F677-54FF-4192-AAA0-01B23CD238ED}" destId="{08BF5901-7D78-4CFB-8438-8DB63DD78399}" srcOrd="1" destOrd="1" presId="urn:microsoft.com/office/officeart/2005/8/layout/hProcess4"/>
    <dgm:cxn modelId="{3BA0225B-74A1-4934-BEAA-C1C3EDD9E157}" type="presOf" srcId="{226BD45B-FDF7-4935-8258-AE303753D30B}" destId="{A787A489-F5AC-40C3-8705-75E2405CEAC8}" srcOrd="0" destOrd="0" presId="urn:microsoft.com/office/officeart/2005/8/layout/hProcess4"/>
    <dgm:cxn modelId="{B4C1345C-A740-40F6-8864-BBC010F34197}" srcId="{528ADABE-FB00-4796-8635-36127B06DFEC}" destId="{AEE3E8F2-5FE3-4ADB-A9EE-1D2B6A5D0ABF}" srcOrd="1" destOrd="0" parTransId="{419F74FC-CFDD-48C4-9EAF-7A8640D72901}" sibTransId="{F78E92E1-A8EC-46FC-B3EA-91D51FE773C5}"/>
    <dgm:cxn modelId="{06EDA941-6E96-4524-A374-ABF7A6AB248F}" type="presOf" srcId="{C0267769-E4E0-4C65-9B8A-9C945EBEB2FB}" destId="{24383EAD-83A7-49A4-A417-08C3DB5B48C0}" srcOrd="1" destOrd="1" presId="urn:microsoft.com/office/officeart/2005/8/layout/hProcess4"/>
    <dgm:cxn modelId="{BCB57964-6909-4243-A597-BC8C92D287DB}" srcId="{6986ED1F-30AE-42F4-AAEC-FD5FDBB26D37}" destId="{C0267769-E4E0-4C65-9B8A-9C945EBEB2FB}" srcOrd="1" destOrd="0" parTransId="{CCB76789-9CD4-429E-8AE9-555B9676C922}" sibTransId="{70AEAA7A-D2A1-423C-A661-2D0DBA4A386E}"/>
    <dgm:cxn modelId="{560B1646-8318-4708-AC56-DDE40E031F63}" srcId="{CE4DAF57-0533-4D5D-B2B1-50C926920057}" destId="{AA2A98EF-FDB6-4D17-B24C-80F50C7088A6}" srcOrd="1" destOrd="0" parTransId="{CF7080D0-E0AE-4AAA-9A66-93A41EB7D3F0}" sibTransId="{527AADD7-FBFA-47A5-BCA5-EDD893819559}"/>
    <dgm:cxn modelId="{43D31267-14C1-4F41-B9BB-ED9FC16DFBD4}" type="presOf" srcId="{70340936-B06B-4829-BA35-8D233F876268}" destId="{9904D310-5255-4C4D-8E8A-F67A68DB5F4F}" srcOrd="1" destOrd="1" presId="urn:microsoft.com/office/officeart/2005/8/layout/hProcess4"/>
    <dgm:cxn modelId="{0D5AA148-DB50-43D4-99E5-9C6AF36F8CE1}" type="presOf" srcId="{FFBBC88A-50FD-442C-B3D4-35888D4E69AE}" destId="{6DEDC9D6-FF27-40DD-888E-F17610A1D0ED}" srcOrd="0" destOrd="0" presId="urn:microsoft.com/office/officeart/2005/8/layout/hProcess4"/>
    <dgm:cxn modelId="{487F604B-9296-4895-90A8-4DB1CF010756}" type="presOf" srcId="{D4AF9CBA-6167-489E-A0F9-D4FD625C9B0D}" destId="{5C1B973E-553A-4DE4-AED5-31446656B26D}" srcOrd="0" destOrd="0" presId="urn:microsoft.com/office/officeart/2005/8/layout/hProcess4"/>
    <dgm:cxn modelId="{2AB3796E-1B96-4C96-A2B1-6D3016458218}" type="presOf" srcId="{2124F8A1-82FD-4775-AC1E-1832501AB44C}" destId="{2CCA01FD-1EB4-4446-9E46-F12185DF1943}" srcOrd="0" destOrd="0" presId="urn:microsoft.com/office/officeart/2005/8/layout/hProcess4"/>
    <dgm:cxn modelId="{322A0350-C94D-41DF-A71F-8D40F7078DEA}" srcId="{D4AF9CBA-6167-489E-A0F9-D4FD625C9B0D}" destId="{CE4DAF57-0533-4D5D-B2B1-50C926920057}" srcOrd="1" destOrd="0" parTransId="{A6A15EB3-5F0E-4650-8A0B-617BBCC700CF}" sibTransId="{76276B52-4B9C-43A8-8E41-36CFB1C6E7EA}"/>
    <dgm:cxn modelId="{FF120153-E10A-450B-9E62-FEEE732E4E12}" srcId="{528ADABE-FB00-4796-8635-36127B06DFEC}" destId="{B44D69A1-32AC-4339-A50D-640B8D71651D}" srcOrd="2" destOrd="0" parTransId="{4A7B7D16-3421-4691-9E94-57D3F544FD57}" sibTransId="{19BB8282-5AF5-492E-BB02-BEE6CE71B27C}"/>
    <dgm:cxn modelId="{A2ECF254-EE3F-4060-B297-54B23B53D106}" type="presOf" srcId="{C3934E0A-F199-4F05-A199-B772C4FFE45A}" destId="{4DC3FED9-05EF-4A07-8B7E-3CD88076AC2D}" srcOrd="0" destOrd="0" presId="urn:microsoft.com/office/officeart/2005/8/layout/hProcess4"/>
    <dgm:cxn modelId="{AF800B55-BFBE-4C03-9890-99180C0CD6F7}" type="presOf" srcId="{523913BB-751B-4BF8-92B0-223C3534C2D6}" destId="{FD892CB9-BC8C-4F8A-B927-08BDB3FD4F9A}" srcOrd="0" destOrd="0" presId="urn:microsoft.com/office/officeart/2005/8/layout/hProcess4"/>
    <dgm:cxn modelId="{8D443B76-494A-4200-99D9-CEC0E2C94569}" type="presOf" srcId="{4C0D8AA9-E7EF-4115-9D42-28310C18FA4A}" destId="{DAD85C91-9975-4E4E-B02C-3EED2C949836}" srcOrd="0" destOrd="0" presId="urn:microsoft.com/office/officeart/2005/8/layout/hProcess4"/>
    <dgm:cxn modelId="{2CAE9E78-5AE2-494C-B630-E8B5638AEADA}" type="presOf" srcId="{51C071B6-E853-4891-B431-3023722D0C33}" destId="{94749A51-3CA3-4FEA-9CCF-398D25B7D185}" srcOrd="0" destOrd="0" presId="urn:microsoft.com/office/officeart/2005/8/layout/hProcess4"/>
    <dgm:cxn modelId="{A217F179-1F48-4772-8858-82197BE8705E}" type="presOf" srcId="{BEEA5998-0218-480C-9BC5-0F27B9E3C95A}" destId="{3A8AC83F-D56B-40EB-85C3-4603EA125189}" srcOrd="0" destOrd="0" presId="urn:microsoft.com/office/officeart/2005/8/layout/hProcess4"/>
    <dgm:cxn modelId="{03642081-8A9D-447D-8447-51CD02C879D7}" type="presOf" srcId="{B44D69A1-32AC-4339-A50D-640B8D71651D}" destId="{BD743F52-FAB0-40E7-9744-16C51B9DA310}" srcOrd="1" destOrd="2" presId="urn:microsoft.com/office/officeart/2005/8/layout/hProcess4"/>
    <dgm:cxn modelId="{881EBC83-FABE-498C-B8DD-D28DA3DA050D}" srcId="{2124F8A1-82FD-4775-AC1E-1832501AB44C}" destId="{0EE726EB-8396-4276-9175-1716F3468ACC}" srcOrd="1" destOrd="0" parTransId="{AA7A9A49-ECFD-476F-B4FA-C0003B34652B}" sibTransId="{A032FE63-9EE8-4EDE-BA0E-32CD11545843}"/>
    <dgm:cxn modelId="{31139987-C137-4E4C-B620-D5D950CCF08F}" type="presOf" srcId="{AEE3E8F2-5FE3-4ADB-A9EE-1D2B6A5D0ABF}" destId="{CF519579-7316-4F88-AEEC-87B85F0754AB}" srcOrd="0" destOrd="1" presId="urn:microsoft.com/office/officeart/2005/8/layout/hProcess4"/>
    <dgm:cxn modelId="{FBAF3D89-0770-49F0-BB00-393094CCFEC9}" type="presOf" srcId="{8C0D63C6-7624-4BA2-8230-638780E8F0D1}" destId="{9A2F63E1-1DA3-4D5A-9B1B-866ECCC9695A}" srcOrd="1" destOrd="1" presId="urn:microsoft.com/office/officeart/2005/8/layout/hProcess4"/>
    <dgm:cxn modelId="{B50E388C-6079-43F6-9E95-DE1339D05229}" type="presOf" srcId="{31A4D54F-3732-4054-BCC8-D53A0DCECAB6}" destId="{9904D310-5255-4C4D-8E8A-F67A68DB5F4F}" srcOrd="1" destOrd="0" presId="urn:microsoft.com/office/officeart/2005/8/layout/hProcess4"/>
    <dgm:cxn modelId="{88EFAD91-B3E1-420F-8C06-5552263EBA98}" type="presOf" srcId="{CE4DAF57-0533-4D5D-B2B1-50C926920057}" destId="{81A4FA78-AA4D-4F73-AB2C-3315A2E65185}" srcOrd="0" destOrd="0" presId="urn:microsoft.com/office/officeart/2005/8/layout/hProcess4"/>
    <dgm:cxn modelId="{79FA5A97-D015-4CA7-8F2B-6C623C6C1482}" type="presOf" srcId="{E0A8F677-54FF-4192-AAA0-01B23CD238ED}" destId="{39EF8751-4EB4-410D-80C4-2636B18F9906}" srcOrd="0" destOrd="1" presId="urn:microsoft.com/office/officeart/2005/8/layout/hProcess4"/>
    <dgm:cxn modelId="{33EBD09C-9C5D-472F-98D6-FDCD4EBAE864}" srcId="{4C0D8AA9-E7EF-4115-9D42-28310C18FA4A}" destId="{8C0D63C6-7624-4BA2-8230-638780E8F0D1}" srcOrd="1" destOrd="0" parTransId="{8ED9D180-4BF5-4AEE-AE4C-02FE2438BD1C}" sibTransId="{3A526CA8-9576-44C5-8D87-ADC2B5DFADE4}"/>
    <dgm:cxn modelId="{F7ACC8A1-B7AE-49B8-9609-31B1ECC01883}" type="presOf" srcId="{0EE726EB-8396-4276-9175-1716F3468ACC}" destId="{9C33EA2E-ADEF-4A26-8035-1976B5D10BEC}" srcOrd="1" destOrd="1" presId="urn:microsoft.com/office/officeart/2005/8/layout/hProcess4"/>
    <dgm:cxn modelId="{1C5B10A2-F5C9-4154-8A8F-A3BE45E7DDDF}" srcId="{D4AF9CBA-6167-489E-A0F9-D4FD625C9B0D}" destId="{2124F8A1-82FD-4775-AC1E-1832501AB44C}" srcOrd="3" destOrd="0" parTransId="{3E433EBF-16C8-47B1-9D8E-27C113ED5A01}" sibTransId="{BEEA5998-0218-480C-9BC5-0F27B9E3C95A}"/>
    <dgm:cxn modelId="{E00C3AA7-4D54-4D42-8929-D4F446022E9D}" type="presOf" srcId="{AA2A98EF-FDB6-4D17-B24C-80F50C7088A6}" destId="{EA9C2AEB-D704-4C49-ABF8-7741F8AFAF25}" srcOrd="0" destOrd="1" presId="urn:microsoft.com/office/officeart/2005/8/layout/hProcess4"/>
    <dgm:cxn modelId="{31CF7CAB-AD17-48F4-9CC6-D26DFD48E024}" type="presOf" srcId="{C3934E0A-F199-4F05-A199-B772C4FFE45A}" destId="{24383EAD-83A7-49A4-A417-08C3DB5B48C0}" srcOrd="1" destOrd="0" presId="urn:microsoft.com/office/officeart/2005/8/layout/hProcess4"/>
    <dgm:cxn modelId="{FAAF99AB-6460-4C3A-8878-A9B695617099}" srcId="{1873A903-7479-408B-AA31-2D00343A9342}" destId="{70340936-B06B-4829-BA35-8D233F876268}" srcOrd="1" destOrd="0" parTransId="{E0AE6FE9-4FA4-4160-B876-9A99A21AB2B3}" sibTransId="{E80A4A03-3E2D-40B0-AEB9-EF6FEE34746E}"/>
    <dgm:cxn modelId="{BD2771B1-3749-411F-B71B-5C999243ADB1}" type="presOf" srcId="{665240F0-4147-4012-903A-B6E9437CC2CF}" destId="{15773D0D-87FB-4F26-976D-7DFA365733B5}" srcOrd="0" destOrd="0" presId="urn:microsoft.com/office/officeart/2005/8/layout/hProcess4"/>
    <dgm:cxn modelId="{3AF827B5-4782-4999-B0D8-D44006F36BEA}" type="presOf" srcId="{528ADABE-FB00-4796-8635-36127B06DFEC}" destId="{CC7696CC-EBDE-4F40-91AA-0F3271AE3BB9}" srcOrd="0" destOrd="0" presId="urn:microsoft.com/office/officeart/2005/8/layout/hProcess4"/>
    <dgm:cxn modelId="{560297B5-8B26-4078-A141-15B7E399A4BA}" type="presOf" srcId="{31A4D54F-3732-4054-BCC8-D53A0DCECAB6}" destId="{BE6547CB-5680-498E-A234-53AF30E9ECC8}" srcOrd="0" destOrd="0" presId="urn:microsoft.com/office/officeart/2005/8/layout/hProcess4"/>
    <dgm:cxn modelId="{6647B0B9-7B98-439C-9191-151FA84F6B77}" type="presOf" srcId="{3C7DE5B8-5872-4F2E-9D09-88D788C27520}" destId="{39EF8751-4EB4-410D-80C4-2636B18F9906}" srcOrd="0" destOrd="0" presId="urn:microsoft.com/office/officeart/2005/8/layout/hProcess4"/>
    <dgm:cxn modelId="{13D5CBB9-7A87-4D21-ADB4-B81B5623F916}" type="presOf" srcId="{523913BB-751B-4BF8-92B0-223C3534C2D6}" destId="{9A2F63E1-1DA3-4D5A-9B1B-866ECCC9695A}" srcOrd="1" destOrd="0" presId="urn:microsoft.com/office/officeart/2005/8/layout/hProcess4"/>
    <dgm:cxn modelId="{C85FF5B9-1F5C-4DBB-9920-2FA009F8E6DB}" type="presOf" srcId="{7C9DA748-D9BF-4208-BD0E-F720537C3DD2}" destId="{DB915F82-765F-486D-9106-3DFAF3AD47F0}" srcOrd="0" destOrd="0" presId="urn:microsoft.com/office/officeart/2005/8/layout/hProcess4"/>
    <dgm:cxn modelId="{7AC6EEBE-0C67-43BE-B2BE-687C0E402EF8}" type="presOf" srcId="{226BD45B-FDF7-4935-8258-AE303753D30B}" destId="{9C33EA2E-ADEF-4A26-8035-1976B5D10BEC}" srcOrd="1" destOrd="0" presId="urn:microsoft.com/office/officeart/2005/8/layout/hProcess4"/>
    <dgm:cxn modelId="{5C8A40C4-E94E-4695-AF75-49DAFECF7F2D}" type="presOf" srcId="{4A0D25AB-C600-4036-B3BF-2B559F06A8C3}" destId="{34A47062-9AE8-4A04-A566-28C5205E2B36}" srcOrd="0" destOrd="0" presId="urn:microsoft.com/office/officeart/2005/8/layout/hProcess4"/>
    <dgm:cxn modelId="{C7C883C6-E5FA-4149-BD77-5B6AE221EDF7}" srcId="{528ADABE-FB00-4796-8635-36127B06DFEC}" destId="{B81F7C6B-93BB-4B31-95BA-5C9D7ED87D31}" srcOrd="0" destOrd="0" parTransId="{36C5AF3B-7BA5-4FA8-B812-4E203955F9A4}" sibTransId="{47C6AD6B-46CF-47BC-BBBC-C9734EB3ECEE}"/>
    <dgm:cxn modelId="{050635CA-0BC0-4A7D-BDA2-99C1F0B9E9AC}" srcId="{6986ED1F-30AE-42F4-AAEC-FD5FDBB26D37}" destId="{C3934E0A-F199-4F05-A199-B772C4FFE45A}" srcOrd="0" destOrd="0" parTransId="{7A322F12-0975-46A5-952D-FD7D66547A0B}" sibTransId="{E80C579E-8863-412B-9551-31703C68A699}"/>
    <dgm:cxn modelId="{5F6E8CCB-4F59-43D1-BB46-1B6180F9E6B4}" type="presOf" srcId="{B44D69A1-32AC-4339-A50D-640B8D71651D}" destId="{CF519579-7316-4F88-AEEC-87B85F0754AB}" srcOrd="0" destOrd="2" presId="urn:microsoft.com/office/officeart/2005/8/layout/hProcess4"/>
    <dgm:cxn modelId="{F0A9A9CB-9E56-467A-9C45-2716ECDC2C4B}" type="presOf" srcId="{3C7DE5B8-5872-4F2E-9D09-88D788C27520}" destId="{08BF5901-7D78-4CFB-8438-8DB63DD78399}" srcOrd="1" destOrd="0" presId="urn:microsoft.com/office/officeart/2005/8/layout/hProcess4"/>
    <dgm:cxn modelId="{2C6A68D0-B911-463B-9C1F-0D86CA7F7D97}" type="presOf" srcId="{8C0D63C6-7624-4BA2-8230-638780E8F0D1}" destId="{FD892CB9-BC8C-4F8A-B927-08BDB3FD4F9A}" srcOrd="0" destOrd="1" presId="urn:microsoft.com/office/officeart/2005/8/layout/hProcess4"/>
    <dgm:cxn modelId="{D1A826D1-0291-4C26-85D9-E042F9E42799}" type="presOf" srcId="{76276B52-4B9C-43A8-8E41-36CFB1C6E7EA}" destId="{00049CA3-CB62-4392-8431-C8DA6BEFC419}" srcOrd="0" destOrd="0" presId="urn:microsoft.com/office/officeart/2005/8/layout/hProcess4"/>
    <dgm:cxn modelId="{F343A5D2-1A84-4CBC-8693-C2479BC413AB}" type="presOf" srcId="{4672A500-396B-471C-809C-5D1E17AD186F}" destId="{EA9C2AEB-D704-4C49-ABF8-7741F8AFAF25}" srcOrd="0" destOrd="0" presId="urn:microsoft.com/office/officeart/2005/8/layout/hProcess4"/>
    <dgm:cxn modelId="{B0DFBCD2-C45E-4CF4-936A-C32ABFBD5B58}" type="presOf" srcId="{C0267769-E4E0-4C65-9B8A-9C945EBEB2FB}" destId="{4DC3FED9-05EF-4A07-8B7E-3CD88076AC2D}" srcOrd="0" destOrd="1" presId="urn:microsoft.com/office/officeart/2005/8/layout/hProcess4"/>
    <dgm:cxn modelId="{73274ED6-A372-42A3-A4FE-24057182A92D}" type="presOf" srcId="{AEE3E8F2-5FE3-4ADB-A9EE-1D2B6A5D0ABF}" destId="{BD743F52-FAB0-40E7-9744-16C51B9DA310}" srcOrd="1" destOrd="1" presId="urn:microsoft.com/office/officeart/2005/8/layout/hProcess4"/>
    <dgm:cxn modelId="{E06DFBDB-BE52-4187-B101-57FE209B7B52}" srcId="{D4AF9CBA-6167-489E-A0F9-D4FD625C9B0D}" destId="{1873A903-7479-408B-AA31-2D00343A9342}" srcOrd="5" destOrd="0" parTransId="{FEAB3C85-881C-4C90-8BA5-6D7A217179E2}" sibTransId="{FFBBC88A-50FD-442C-B3D4-35888D4E69AE}"/>
    <dgm:cxn modelId="{17E409DD-871A-415D-BFE6-523D41F672EC}" srcId="{D4AF9CBA-6167-489E-A0F9-D4FD625C9B0D}" destId="{528ADABE-FB00-4796-8635-36127B06DFEC}" srcOrd="4" destOrd="0" parTransId="{0E63577F-49A1-4806-9050-7295CDEE390B}" sibTransId="{665240F0-4147-4012-903A-B6E9437CC2CF}"/>
    <dgm:cxn modelId="{9757DAE0-59F7-43EE-8B64-47111D819A9E}" srcId="{CE4DAF57-0533-4D5D-B2B1-50C926920057}" destId="{4672A500-396B-471C-809C-5D1E17AD186F}" srcOrd="0" destOrd="0" parTransId="{E25F76B8-72C8-4B5F-9C89-233F1170B54F}" sibTransId="{20F76523-9024-40F4-972B-A7468BBB8F16}"/>
    <dgm:cxn modelId="{43D3E2E2-6F36-44F4-B7F5-E5A8FF9BBA20}" type="presOf" srcId="{1738FC2A-C7D4-4EFE-A30D-CCA2ACAA9F03}" destId="{9A2F63E1-1DA3-4D5A-9B1B-866ECCC9695A}" srcOrd="1" destOrd="2" presId="urn:microsoft.com/office/officeart/2005/8/layout/hProcess4"/>
    <dgm:cxn modelId="{80495AE8-15A2-4351-A496-CA27826C5A29}" srcId="{2124F8A1-82FD-4775-AC1E-1832501AB44C}" destId="{226BD45B-FDF7-4935-8258-AE303753D30B}" srcOrd="0" destOrd="0" parTransId="{5A3A2B2A-6547-45E9-A183-EE389592FEE0}" sibTransId="{74440931-4318-4A5B-861A-9DAF31BACD9F}"/>
    <dgm:cxn modelId="{619939FC-02D9-4984-B094-0E2D77D2A540}" type="presOf" srcId="{1873A903-7479-408B-AA31-2D00343A9342}" destId="{4897E3AD-6C43-4AAB-A898-EEC16558D197}" srcOrd="0" destOrd="0" presId="urn:microsoft.com/office/officeart/2005/8/layout/hProcess4"/>
    <dgm:cxn modelId="{FD20A4FE-CB0B-4DD2-A54D-A4FA4E606F1E}" srcId="{7C9DA748-D9BF-4208-BD0E-F720537C3DD2}" destId="{3C7DE5B8-5872-4F2E-9D09-88D788C27520}" srcOrd="0" destOrd="0" parTransId="{70B9C74B-6BFC-4F2B-A43C-DE6B8A6BDD85}" sibTransId="{93D655E4-EFFA-4695-9E70-6B3CE867A41C}"/>
    <dgm:cxn modelId="{CC3E8E08-91BF-4003-902E-87FD7DD8F0A7}" type="presParOf" srcId="{5C1B973E-553A-4DE4-AED5-31446656B26D}" destId="{C5542D9C-C3BF-4FD2-A78D-53E4AA59E072}" srcOrd="0" destOrd="0" presId="urn:microsoft.com/office/officeart/2005/8/layout/hProcess4"/>
    <dgm:cxn modelId="{56775920-CE05-4290-9F13-F6303BB85EF2}" type="presParOf" srcId="{5C1B973E-553A-4DE4-AED5-31446656B26D}" destId="{9E835A84-3EEA-471E-A2C0-E1D467C6CCEF}" srcOrd="1" destOrd="0" presId="urn:microsoft.com/office/officeart/2005/8/layout/hProcess4"/>
    <dgm:cxn modelId="{CD42BB24-3E34-44F3-9B1F-DD71C27157ED}" type="presParOf" srcId="{5C1B973E-553A-4DE4-AED5-31446656B26D}" destId="{B0E77366-52C1-4007-ADF9-9A843A44B248}" srcOrd="2" destOrd="0" presId="urn:microsoft.com/office/officeart/2005/8/layout/hProcess4"/>
    <dgm:cxn modelId="{06375B12-0A0C-4570-97FE-3B7A0D5352DA}" type="presParOf" srcId="{B0E77366-52C1-4007-ADF9-9A843A44B248}" destId="{967045FE-A701-4614-B2D4-8109FE8B62DD}" srcOrd="0" destOrd="0" presId="urn:microsoft.com/office/officeart/2005/8/layout/hProcess4"/>
    <dgm:cxn modelId="{46CE18D3-94D0-4EC2-8C12-5893C033F62D}" type="presParOf" srcId="{967045FE-A701-4614-B2D4-8109FE8B62DD}" destId="{6EB9A3F2-D773-42F4-8F3A-9723F7A3E7D6}" srcOrd="0" destOrd="0" presId="urn:microsoft.com/office/officeart/2005/8/layout/hProcess4"/>
    <dgm:cxn modelId="{3FF7F26F-93D4-4933-8CEB-9B27E956761E}" type="presParOf" srcId="{967045FE-A701-4614-B2D4-8109FE8B62DD}" destId="{FD892CB9-BC8C-4F8A-B927-08BDB3FD4F9A}" srcOrd="1" destOrd="0" presId="urn:microsoft.com/office/officeart/2005/8/layout/hProcess4"/>
    <dgm:cxn modelId="{9D5E8020-FBAA-4F5E-8A45-DE1874FF1DD8}" type="presParOf" srcId="{967045FE-A701-4614-B2D4-8109FE8B62DD}" destId="{9A2F63E1-1DA3-4D5A-9B1B-866ECCC9695A}" srcOrd="2" destOrd="0" presId="urn:microsoft.com/office/officeart/2005/8/layout/hProcess4"/>
    <dgm:cxn modelId="{34445D98-D9F1-4DD3-8437-F7A84B67F2A9}" type="presParOf" srcId="{967045FE-A701-4614-B2D4-8109FE8B62DD}" destId="{DAD85C91-9975-4E4E-B02C-3EED2C949836}" srcOrd="3" destOrd="0" presId="urn:microsoft.com/office/officeart/2005/8/layout/hProcess4"/>
    <dgm:cxn modelId="{1B146C90-7A0D-4841-9AAD-12DA105B6EAB}" type="presParOf" srcId="{967045FE-A701-4614-B2D4-8109FE8B62DD}" destId="{5CE8799F-57FA-4995-9247-0226B7615D6F}" srcOrd="4" destOrd="0" presId="urn:microsoft.com/office/officeart/2005/8/layout/hProcess4"/>
    <dgm:cxn modelId="{E3EBA30B-C37F-4E58-8C49-112E67E26CF5}" type="presParOf" srcId="{B0E77366-52C1-4007-ADF9-9A843A44B248}" destId="{34A47062-9AE8-4A04-A566-28C5205E2B36}" srcOrd="1" destOrd="0" presId="urn:microsoft.com/office/officeart/2005/8/layout/hProcess4"/>
    <dgm:cxn modelId="{F68BAD73-1DF0-4957-BAA6-1EDDEAC5B521}" type="presParOf" srcId="{B0E77366-52C1-4007-ADF9-9A843A44B248}" destId="{62214629-9A8F-4FF2-A61C-C0D60D1D18E4}" srcOrd="2" destOrd="0" presId="urn:microsoft.com/office/officeart/2005/8/layout/hProcess4"/>
    <dgm:cxn modelId="{32FE0041-4C99-4DF8-9802-C78FFD1D2246}" type="presParOf" srcId="{62214629-9A8F-4FF2-A61C-C0D60D1D18E4}" destId="{C39D59B4-FFA4-47B5-B825-C097854217F6}" srcOrd="0" destOrd="0" presId="urn:microsoft.com/office/officeart/2005/8/layout/hProcess4"/>
    <dgm:cxn modelId="{77E32312-A235-4220-8B52-49C0BE31E51D}" type="presParOf" srcId="{62214629-9A8F-4FF2-A61C-C0D60D1D18E4}" destId="{EA9C2AEB-D704-4C49-ABF8-7741F8AFAF25}" srcOrd="1" destOrd="0" presId="urn:microsoft.com/office/officeart/2005/8/layout/hProcess4"/>
    <dgm:cxn modelId="{79D004CB-FF2E-40EC-88F8-83678C41AA3C}" type="presParOf" srcId="{62214629-9A8F-4FF2-A61C-C0D60D1D18E4}" destId="{3A974300-9334-46EB-86AF-ABC465C5667D}" srcOrd="2" destOrd="0" presId="urn:microsoft.com/office/officeart/2005/8/layout/hProcess4"/>
    <dgm:cxn modelId="{22360856-92B0-4ACE-953C-65EAFF0A799A}" type="presParOf" srcId="{62214629-9A8F-4FF2-A61C-C0D60D1D18E4}" destId="{81A4FA78-AA4D-4F73-AB2C-3315A2E65185}" srcOrd="3" destOrd="0" presId="urn:microsoft.com/office/officeart/2005/8/layout/hProcess4"/>
    <dgm:cxn modelId="{15EE596E-4733-4888-90AE-2877AAE481E5}" type="presParOf" srcId="{62214629-9A8F-4FF2-A61C-C0D60D1D18E4}" destId="{B8EACD1C-16EB-43FF-94A9-620463035B8D}" srcOrd="4" destOrd="0" presId="urn:microsoft.com/office/officeart/2005/8/layout/hProcess4"/>
    <dgm:cxn modelId="{4A4DBF7D-28C9-4119-BD19-467452F8E101}" type="presParOf" srcId="{B0E77366-52C1-4007-ADF9-9A843A44B248}" destId="{00049CA3-CB62-4392-8431-C8DA6BEFC419}" srcOrd="3" destOrd="0" presId="urn:microsoft.com/office/officeart/2005/8/layout/hProcess4"/>
    <dgm:cxn modelId="{46BBD7E4-0346-48B0-87B1-C3DAC46E4185}" type="presParOf" srcId="{B0E77366-52C1-4007-ADF9-9A843A44B248}" destId="{13A2655A-9E0B-41E9-86C0-6016273E6A88}" srcOrd="4" destOrd="0" presId="urn:microsoft.com/office/officeart/2005/8/layout/hProcess4"/>
    <dgm:cxn modelId="{3B27E549-5F77-46FA-9D40-B53AFCD45314}" type="presParOf" srcId="{13A2655A-9E0B-41E9-86C0-6016273E6A88}" destId="{845FC182-26A7-4CFF-9760-A27B32710DCE}" srcOrd="0" destOrd="0" presId="urn:microsoft.com/office/officeart/2005/8/layout/hProcess4"/>
    <dgm:cxn modelId="{E61767A4-CBA0-43FE-BD5C-9DB1C19DDC7E}" type="presParOf" srcId="{13A2655A-9E0B-41E9-86C0-6016273E6A88}" destId="{4DC3FED9-05EF-4A07-8B7E-3CD88076AC2D}" srcOrd="1" destOrd="0" presId="urn:microsoft.com/office/officeart/2005/8/layout/hProcess4"/>
    <dgm:cxn modelId="{73C70BA8-199C-44E0-9AC2-FF622EE30179}" type="presParOf" srcId="{13A2655A-9E0B-41E9-86C0-6016273E6A88}" destId="{24383EAD-83A7-49A4-A417-08C3DB5B48C0}" srcOrd="2" destOrd="0" presId="urn:microsoft.com/office/officeart/2005/8/layout/hProcess4"/>
    <dgm:cxn modelId="{38177B72-3DCF-4167-82C5-7A4EBC49E2A0}" type="presParOf" srcId="{13A2655A-9E0B-41E9-86C0-6016273E6A88}" destId="{4CAF2253-9DA0-4226-BE51-397BC5542EEC}" srcOrd="3" destOrd="0" presId="urn:microsoft.com/office/officeart/2005/8/layout/hProcess4"/>
    <dgm:cxn modelId="{2B96A4CB-9AD3-4901-B3A1-7EABB66B404A}" type="presParOf" srcId="{13A2655A-9E0B-41E9-86C0-6016273E6A88}" destId="{DEA6898C-997F-4847-9B66-6567DC0446B8}" srcOrd="4" destOrd="0" presId="urn:microsoft.com/office/officeart/2005/8/layout/hProcess4"/>
    <dgm:cxn modelId="{C538D555-FA20-4F4C-8724-33EBA0DDE908}" type="presParOf" srcId="{B0E77366-52C1-4007-ADF9-9A843A44B248}" destId="{94749A51-3CA3-4FEA-9CCF-398D25B7D185}" srcOrd="5" destOrd="0" presId="urn:microsoft.com/office/officeart/2005/8/layout/hProcess4"/>
    <dgm:cxn modelId="{772F9FF0-EA8E-463F-B8D5-49703B76933D}" type="presParOf" srcId="{B0E77366-52C1-4007-ADF9-9A843A44B248}" destId="{C04E9495-ABC3-4620-B3C6-F940B562AEE9}" srcOrd="6" destOrd="0" presId="urn:microsoft.com/office/officeart/2005/8/layout/hProcess4"/>
    <dgm:cxn modelId="{217B47B1-900D-4A4F-888D-84C6AC8A1A95}" type="presParOf" srcId="{C04E9495-ABC3-4620-B3C6-F940B562AEE9}" destId="{623CE348-BE33-406F-A85E-D179D7EA9BF5}" srcOrd="0" destOrd="0" presId="urn:microsoft.com/office/officeart/2005/8/layout/hProcess4"/>
    <dgm:cxn modelId="{79135477-55D0-4C2E-92E1-6C48A769DCC5}" type="presParOf" srcId="{C04E9495-ABC3-4620-B3C6-F940B562AEE9}" destId="{A787A489-F5AC-40C3-8705-75E2405CEAC8}" srcOrd="1" destOrd="0" presId="urn:microsoft.com/office/officeart/2005/8/layout/hProcess4"/>
    <dgm:cxn modelId="{15DC7041-FBBD-43CE-B3E1-68146C45CF8E}" type="presParOf" srcId="{C04E9495-ABC3-4620-B3C6-F940B562AEE9}" destId="{9C33EA2E-ADEF-4A26-8035-1976B5D10BEC}" srcOrd="2" destOrd="0" presId="urn:microsoft.com/office/officeart/2005/8/layout/hProcess4"/>
    <dgm:cxn modelId="{DF9FBE80-ACBD-41D3-920D-17770E636196}" type="presParOf" srcId="{C04E9495-ABC3-4620-B3C6-F940B562AEE9}" destId="{2CCA01FD-1EB4-4446-9E46-F12185DF1943}" srcOrd="3" destOrd="0" presId="urn:microsoft.com/office/officeart/2005/8/layout/hProcess4"/>
    <dgm:cxn modelId="{773521AB-0C64-4E66-A0E8-463144DC10FC}" type="presParOf" srcId="{C04E9495-ABC3-4620-B3C6-F940B562AEE9}" destId="{1FFBE243-B2AF-4259-9EDD-B7EE6DC709ED}" srcOrd="4" destOrd="0" presId="urn:microsoft.com/office/officeart/2005/8/layout/hProcess4"/>
    <dgm:cxn modelId="{6AE7ACD3-8E8C-43AE-981E-8CA1D09FF4BC}" type="presParOf" srcId="{B0E77366-52C1-4007-ADF9-9A843A44B248}" destId="{3A8AC83F-D56B-40EB-85C3-4603EA125189}" srcOrd="7" destOrd="0" presId="urn:microsoft.com/office/officeart/2005/8/layout/hProcess4"/>
    <dgm:cxn modelId="{35E62642-DFA2-4F71-BE5F-1151E40118AD}" type="presParOf" srcId="{B0E77366-52C1-4007-ADF9-9A843A44B248}" destId="{82BA7759-B305-43FB-94AE-0800A0F18863}" srcOrd="8" destOrd="0" presId="urn:microsoft.com/office/officeart/2005/8/layout/hProcess4"/>
    <dgm:cxn modelId="{0D4AEA35-6F11-4492-9F78-7070CABBF9EA}" type="presParOf" srcId="{82BA7759-B305-43FB-94AE-0800A0F18863}" destId="{318223C9-09A1-4982-BC59-3F292B43E78A}" srcOrd="0" destOrd="0" presId="urn:microsoft.com/office/officeart/2005/8/layout/hProcess4"/>
    <dgm:cxn modelId="{58AA1A9C-5ADA-47F1-8E13-C4010DECBCCF}" type="presParOf" srcId="{82BA7759-B305-43FB-94AE-0800A0F18863}" destId="{CF519579-7316-4F88-AEEC-87B85F0754AB}" srcOrd="1" destOrd="0" presId="urn:microsoft.com/office/officeart/2005/8/layout/hProcess4"/>
    <dgm:cxn modelId="{71336633-DD54-41F5-8DE1-77EC910D2EF6}" type="presParOf" srcId="{82BA7759-B305-43FB-94AE-0800A0F18863}" destId="{BD743F52-FAB0-40E7-9744-16C51B9DA310}" srcOrd="2" destOrd="0" presId="urn:microsoft.com/office/officeart/2005/8/layout/hProcess4"/>
    <dgm:cxn modelId="{BD288882-2490-4035-99BB-4955AD69A57A}" type="presParOf" srcId="{82BA7759-B305-43FB-94AE-0800A0F18863}" destId="{CC7696CC-EBDE-4F40-91AA-0F3271AE3BB9}" srcOrd="3" destOrd="0" presId="urn:microsoft.com/office/officeart/2005/8/layout/hProcess4"/>
    <dgm:cxn modelId="{3EC9DBFC-B174-45D5-BBA1-1F3F73D08D3A}" type="presParOf" srcId="{82BA7759-B305-43FB-94AE-0800A0F18863}" destId="{5A554376-3D28-46B3-B403-86401B5297E7}" srcOrd="4" destOrd="0" presId="urn:microsoft.com/office/officeart/2005/8/layout/hProcess4"/>
    <dgm:cxn modelId="{6FE9D8D6-87E8-4C5C-A9BB-621B8FF08371}" type="presParOf" srcId="{B0E77366-52C1-4007-ADF9-9A843A44B248}" destId="{15773D0D-87FB-4F26-976D-7DFA365733B5}" srcOrd="9" destOrd="0" presId="urn:microsoft.com/office/officeart/2005/8/layout/hProcess4"/>
    <dgm:cxn modelId="{D293B979-780F-4A1D-9B07-1C6C57BE168F}" type="presParOf" srcId="{B0E77366-52C1-4007-ADF9-9A843A44B248}" destId="{3323CD92-2528-439D-98B1-499D63A86FF1}" srcOrd="10" destOrd="0" presId="urn:microsoft.com/office/officeart/2005/8/layout/hProcess4"/>
    <dgm:cxn modelId="{BA4806F2-9E5A-4682-89A6-DE2BE8C1AD61}" type="presParOf" srcId="{3323CD92-2528-439D-98B1-499D63A86FF1}" destId="{E6C9B2D0-370D-49BA-BA73-3D268B70E3E0}" srcOrd="0" destOrd="0" presId="urn:microsoft.com/office/officeart/2005/8/layout/hProcess4"/>
    <dgm:cxn modelId="{5842A784-3230-417F-A608-4E5534CBE450}" type="presParOf" srcId="{3323CD92-2528-439D-98B1-499D63A86FF1}" destId="{BE6547CB-5680-498E-A234-53AF30E9ECC8}" srcOrd="1" destOrd="0" presId="urn:microsoft.com/office/officeart/2005/8/layout/hProcess4"/>
    <dgm:cxn modelId="{949F296C-60BB-44CE-B180-E914D9B029A0}" type="presParOf" srcId="{3323CD92-2528-439D-98B1-499D63A86FF1}" destId="{9904D310-5255-4C4D-8E8A-F67A68DB5F4F}" srcOrd="2" destOrd="0" presId="urn:microsoft.com/office/officeart/2005/8/layout/hProcess4"/>
    <dgm:cxn modelId="{B4845722-AC18-4E6F-B7D0-28C66D94BD1B}" type="presParOf" srcId="{3323CD92-2528-439D-98B1-499D63A86FF1}" destId="{4897E3AD-6C43-4AAB-A898-EEC16558D197}" srcOrd="3" destOrd="0" presId="urn:microsoft.com/office/officeart/2005/8/layout/hProcess4"/>
    <dgm:cxn modelId="{0F27DD32-6FA3-46C0-92FF-6C54181C09B6}" type="presParOf" srcId="{3323CD92-2528-439D-98B1-499D63A86FF1}" destId="{CB5A04C1-D270-47AB-A0D4-A55E09B49D81}" srcOrd="4" destOrd="0" presId="urn:microsoft.com/office/officeart/2005/8/layout/hProcess4"/>
    <dgm:cxn modelId="{047E9514-3C01-4A94-825B-B4F289BA646F}" type="presParOf" srcId="{B0E77366-52C1-4007-ADF9-9A843A44B248}" destId="{6DEDC9D6-FF27-40DD-888E-F17610A1D0ED}" srcOrd="11" destOrd="0" presId="urn:microsoft.com/office/officeart/2005/8/layout/hProcess4"/>
    <dgm:cxn modelId="{09AB2A55-6C37-4AB1-9805-BA06D0D52303}" type="presParOf" srcId="{B0E77366-52C1-4007-ADF9-9A843A44B248}" destId="{76DFDE8B-EA41-452F-AC8D-E672CC2CD591}" srcOrd="12" destOrd="0" presId="urn:microsoft.com/office/officeart/2005/8/layout/hProcess4"/>
    <dgm:cxn modelId="{56CFEBDA-BA56-48CC-9C7B-B35961ABD9A8}" type="presParOf" srcId="{76DFDE8B-EA41-452F-AC8D-E672CC2CD591}" destId="{6E8FBECE-EBBD-4BF1-85FE-D30E8B65F009}" srcOrd="0" destOrd="0" presId="urn:microsoft.com/office/officeart/2005/8/layout/hProcess4"/>
    <dgm:cxn modelId="{E1BFE10C-A3A2-4DA4-B1BC-23812E983D20}" type="presParOf" srcId="{76DFDE8B-EA41-452F-AC8D-E672CC2CD591}" destId="{39EF8751-4EB4-410D-80C4-2636B18F9906}" srcOrd="1" destOrd="0" presId="urn:microsoft.com/office/officeart/2005/8/layout/hProcess4"/>
    <dgm:cxn modelId="{93B2C4BE-C292-410D-AA2B-D11608B19EBE}" type="presParOf" srcId="{76DFDE8B-EA41-452F-AC8D-E672CC2CD591}" destId="{08BF5901-7D78-4CFB-8438-8DB63DD78399}" srcOrd="2" destOrd="0" presId="urn:microsoft.com/office/officeart/2005/8/layout/hProcess4"/>
    <dgm:cxn modelId="{C40CF961-19D7-484C-9A43-6F1B656BC331}" type="presParOf" srcId="{76DFDE8B-EA41-452F-AC8D-E672CC2CD591}" destId="{DB915F82-765F-486D-9106-3DFAF3AD47F0}" srcOrd="3" destOrd="0" presId="urn:microsoft.com/office/officeart/2005/8/layout/hProcess4"/>
    <dgm:cxn modelId="{C692DA41-A30D-49D9-BBC3-84A8646C9E24}" type="presParOf" srcId="{76DFDE8B-EA41-452F-AC8D-E672CC2CD591}" destId="{0AF90BEB-B67A-4507-88DA-9795BC61A926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892CB9-BC8C-4F8A-B927-08BDB3FD4F9A}">
      <dsp:nvSpPr>
        <dsp:cNvPr id="0" name=""/>
        <dsp:cNvSpPr/>
      </dsp:nvSpPr>
      <dsp:spPr>
        <a:xfrm>
          <a:off x="2230" y="454274"/>
          <a:ext cx="530978" cy="437946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>
              <a:latin typeface="+mn-lt"/>
            </a:rPr>
            <a:t>Tests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>
              <a:latin typeface="+mn-lt"/>
            </a:rPr>
            <a:t>Scoring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>
              <a:latin typeface="+mn-lt"/>
            </a:rPr>
            <a:t>Tracing</a:t>
          </a:r>
        </a:p>
      </dsp:txBody>
      <dsp:txXfrm>
        <a:off x="12308" y="464352"/>
        <a:ext cx="510822" cy="323944"/>
      </dsp:txXfrm>
    </dsp:sp>
    <dsp:sp modelId="{34A47062-9AE8-4A04-A566-28C5205E2B36}">
      <dsp:nvSpPr>
        <dsp:cNvPr id="0" name=""/>
        <dsp:cNvSpPr/>
      </dsp:nvSpPr>
      <dsp:spPr>
        <a:xfrm>
          <a:off x="270878" y="449675"/>
          <a:ext cx="754052" cy="754052"/>
        </a:xfrm>
        <a:prstGeom prst="leftCircularArrow">
          <a:avLst>
            <a:gd name="adj1" fmla="val 4902"/>
            <a:gd name="adj2" fmla="val 629317"/>
            <a:gd name="adj3" fmla="val 2377303"/>
            <a:gd name="adj4" fmla="val 8996965"/>
            <a:gd name="adj5" fmla="val 5719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85C91-9975-4E4E-B02C-3EED2C949836}">
      <dsp:nvSpPr>
        <dsp:cNvPr id="0" name=""/>
        <dsp:cNvSpPr/>
      </dsp:nvSpPr>
      <dsp:spPr>
        <a:xfrm>
          <a:off x="96626" y="788990"/>
          <a:ext cx="519179" cy="206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b="1" kern="1200" baseline="0"/>
            <a:t>Evaluation</a:t>
          </a:r>
        </a:p>
      </dsp:txBody>
      <dsp:txXfrm>
        <a:off x="102673" y="795037"/>
        <a:ext cx="507085" cy="194366"/>
      </dsp:txXfrm>
    </dsp:sp>
    <dsp:sp modelId="{EA9C2AEB-D704-4C49-ABF8-7741F8AFAF25}">
      <dsp:nvSpPr>
        <dsp:cNvPr id="0" name=""/>
        <dsp:cNvSpPr/>
      </dsp:nvSpPr>
      <dsp:spPr>
        <a:xfrm>
          <a:off x="791813" y="458966"/>
          <a:ext cx="530978" cy="437946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t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/>
            <a:t>Detection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/>
            <a:t>Correction</a:t>
          </a:r>
        </a:p>
      </dsp:txBody>
      <dsp:txXfrm>
        <a:off x="801891" y="562890"/>
        <a:ext cx="510822" cy="323944"/>
      </dsp:txXfrm>
    </dsp:sp>
    <dsp:sp modelId="{00049CA3-CB62-4392-8431-C8DA6BEFC419}">
      <dsp:nvSpPr>
        <dsp:cNvPr id="0" name=""/>
        <dsp:cNvSpPr/>
      </dsp:nvSpPr>
      <dsp:spPr>
        <a:xfrm>
          <a:off x="1061538" y="148438"/>
          <a:ext cx="794806" cy="794806"/>
        </a:xfrm>
        <a:prstGeom prst="circularArrow">
          <a:avLst>
            <a:gd name="adj1" fmla="val 4650"/>
            <a:gd name="adj2" fmla="val 593341"/>
            <a:gd name="adj3" fmla="val 19183956"/>
            <a:gd name="adj4" fmla="val 12528318"/>
            <a:gd name="adj5" fmla="val 5425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4FA78-AA4D-4F73-AB2C-3315A2E65185}">
      <dsp:nvSpPr>
        <dsp:cNvPr id="0" name=""/>
        <dsp:cNvSpPr/>
      </dsp:nvSpPr>
      <dsp:spPr>
        <a:xfrm>
          <a:off x="931262" y="373652"/>
          <a:ext cx="429073" cy="1706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b="1" kern="1200" baseline="0"/>
            <a:t>Drift</a:t>
          </a:r>
        </a:p>
      </dsp:txBody>
      <dsp:txXfrm>
        <a:off x="936260" y="378650"/>
        <a:ext cx="419077" cy="160632"/>
      </dsp:txXfrm>
    </dsp:sp>
    <dsp:sp modelId="{4DC3FED9-05EF-4A07-8B7E-3CD88076AC2D}">
      <dsp:nvSpPr>
        <dsp:cNvPr id="0" name=""/>
        <dsp:cNvSpPr/>
      </dsp:nvSpPr>
      <dsp:spPr>
        <a:xfrm>
          <a:off x="1557797" y="458966"/>
          <a:ext cx="530978" cy="437946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/>
            <a:t>Knowledge Bases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/>
            <a:t>Workflow</a:t>
          </a:r>
        </a:p>
      </dsp:txBody>
      <dsp:txXfrm>
        <a:off x="1567875" y="469044"/>
        <a:ext cx="510822" cy="323944"/>
      </dsp:txXfrm>
    </dsp:sp>
    <dsp:sp modelId="{94749A51-3CA3-4FEA-9CCF-398D25B7D185}">
      <dsp:nvSpPr>
        <dsp:cNvPr id="0" name=""/>
        <dsp:cNvSpPr/>
      </dsp:nvSpPr>
      <dsp:spPr>
        <a:xfrm>
          <a:off x="1829558" y="467610"/>
          <a:ext cx="726891" cy="726891"/>
        </a:xfrm>
        <a:prstGeom prst="leftCircularArrow">
          <a:avLst>
            <a:gd name="adj1" fmla="val 5085"/>
            <a:gd name="adj2" fmla="val 655822"/>
            <a:gd name="adj3" fmla="val 2431333"/>
            <a:gd name="adj4" fmla="val 9024489"/>
            <a:gd name="adj5" fmla="val 5932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F2253-9DA0-4226-BE51-397BC5542EEC}">
      <dsp:nvSpPr>
        <dsp:cNvPr id="0" name=""/>
        <dsp:cNvSpPr/>
      </dsp:nvSpPr>
      <dsp:spPr>
        <a:xfrm>
          <a:off x="1675792" y="803067"/>
          <a:ext cx="471981" cy="18769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b="1" kern="1200" baseline="0"/>
            <a:t>Tooling</a:t>
          </a:r>
        </a:p>
      </dsp:txBody>
      <dsp:txXfrm>
        <a:off x="1681289" y="808564"/>
        <a:ext cx="460987" cy="176697"/>
      </dsp:txXfrm>
    </dsp:sp>
    <dsp:sp modelId="{A787A489-F5AC-40C3-8705-75E2405CEAC8}">
      <dsp:nvSpPr>
        <dsp:cNvPr id="0" name=""/>
        <dsp:cNvSpPr/>
      </dsp:nvSpPr>
      <dsp:spPr>
        <a:xfrm>
          <a:off x="2323781" y="458966"/>
          <a:ext cx="530978" cy="437946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t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/>
            <a:t>Swapping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/>
            <a:t>Re-eval</a:t>
          </a:r>
        </a:p>
      </dsp:txBody>
      <dsp:txXfrm>
        <a:off x="2333859" y="562890"/>
        <a:ext cx="510822" cy="323944"/>
      </dsp:txXfrm>
    </dsp:sp>
    <dsp:sp modelId="{3A8AC83F-D56B-40EB-85C3-4603EA125189}">
      <dsp:nvSpPr>
        <dsp:cNvPr id="0" name=""/>
        <dsp:cNvSpPr/>
      </dsp:nvSpPr>
      <dsp:spPr>
        <a:xfrm>
          <a:off x="2594791" y="146045"/>
          <a:ext cx="794900" cy="794900"/>
        </a:xfrm>
        <a:prstGeom prst="circularArrow">
          <a:avLst>
            <a:gd name="adj1" fmla="val 4650"/>
            <a:gd name="adj2" fmla="val 593262"/>
            <a:gd name="adj3" fmla="val 19158085"/>
            <a:gd name="adj4" fmla="val 12502369"/>
            <a:gd name="adj5" fmla="val 5425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A01FD-1EB4-4446-9E46-F12185DF1943}">
      <dsp:nvSpPr>
        <dsp:cNvPr id="0" name=""/>
        <dsp:cNvSpPr/>
      </dsp:nvSpPr>
      <dsp:spPr>
        <a:xfrm>
          <a:off x="2463230" y="373652"/>
          <a:ext cx="429073" cy="1706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b="1" kern="1200" baseline="0"/>
            <a:t>Model</a:t>
          </a:r>
        </a:p>
      </dsp:txBody>
      <dsp:txXfrm>
        <a:off x="2468228" y="378650"/>
        <a:ext cx="419077" cy="160632"/>
      </dsp:txXfrm>
    </dsp:sp>
    <dsp:sp modelId="{CF519579-7316-4F88-AEEC-87B85F0754AB}">
      <dsp:nvSpPr>
        <dsp:cNvPr id="0" name=""/>
        <dsp:cNvSpPr/>
      </dsp:nvSpPr>
      <dsp:spPr>
        <a:xfrm>
          <a:off x="3089765" y="454274"/>
          <a:ext cx="530978" cy="437946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/>
            <a:t>Control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/>
            <a:t>Variant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/>
            <a:t>Evaluate</a:t>
          </a:r>
        </a:p>
      </dsp:txBody>
      <dsp:txXfrm>
        <a:off x="3099843" y="464352"/>
        <a:ext cx="510822" cy="323944"/>
      </dsp:txXfrm>
    </dsp:sp>
    <dsp:sp modelId="{15773D0D-87FB-4F26-976D-7DFA365733B5}">
      <dsp:nvSpPr>
        <dsp:cNvPr id="0" name=""/>
        <dsp:cNvSpPr/>
      </dsp:nvSpPr>
      <dsp:spPr>
        <a:xfrm>
          <a:off x="3359262" y="431873"/>
          <a:ext cx="784588" cy="784588"/>
        </a:xfrm>
        <a:prstGeom prst="leftCircularArrow">
          <a:avLst>
            <a:gd name="adj1" fmla="val 4711"/>
            <a:gd name="adj2" fmla="val 601968"/>
            <a:gd name="adj3" fmla="val 2407322"/>
            <a:gd name="adj4" fmla="val 9054332"/>
            <a:gd name="adj5" fmla="val 5496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696CC-EBDE-4F40-91AA-0F3271AE3BB9}">
      <dsp:nvSpPr>
        <dsp:cNvPr id="0" name=""/>
        <dsp:cNvSpPr/>
      </dsp:nvSpPr>
      <dsp:spPr>
        <a:xfrm>
          <a:off x="3184162" y="788990"/>
          <a:ext cx="519179" cy="206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b="1" kern="1200" baseline="0"/>
            <a:t>A/B Testing</a:t>
          </a:r>
        </a:p>
      </dsp:txBody>
      <dsp:txXfrm>
        <a:off x="3190209" y="795037"/>
        <a:ext cx="507085" cy="194366"/>
      </dsp:txXfrm>
    </dsp:sp>
    <dsp:sp modelId="{BE6547CB-5680-498E-A234-53AF30E9ECC8}">
      <dsp:nvSpPr>
        <dsp:cNvPr id="0" name=""/>
        <dsp:cNvSpPr/>
      </dsp:nvSpPr>
      <dsp:spPr>
        <a:xfrm>
          <a:off x="3879348" y="446766"/>
          <a:ext cx="584076" cy="481741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/>
            <a:t>Right sizing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/>
            <a:t>Cost control</a:t>
          </a:r>
        </a:p>
      </dsp:txBody>
      <dsp:txXfrm>
        <a:off x="3890434" y="561083"/>
        <a:ext cx="561904" cy="356338"/>
      </dsp:txXfrm>
    </dsp:sp>
    <dsp:sp modelId="{6DEDC9D6-FF27-40DD-888E-F17610A1D0ED}">
      <dsp:nvSpPr>
        <dsp:cNvPr id="0" name=""/>
        <dsp:cNvSpPr/>
      </dsp:nvSpPr>
      <dsp:spPr>
        <a:xfrm>
          <a:off x="4164688" y="116931"/>
          <a:ext cx="882342" cy="882342"/>
        </a:xfrm>
        <a:prstGeom prst="circularArrow">
          <a:avLst>
            <a:gd name="adj1" fmla="val 4189"/>
            <a:gd name="adj2" fmla="val 528465"/>
            <a:gd name="adj3" fmla="val 19344584"/>
            <a:gd name="adj4" fmla="val 12624070"/>
            <a:gd name="adj5" fmla="val 4887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7E3AD-6C43-4AAB-A898-EEC16558D197}">
      <dsp:nvSpPr>
        <dsp:cNvPr id="0" name=""/>
        <dsp:cNvSpPr/>
      </dsp:nvSpPr>
      <dsp:spPr>
        <a:xfrm>
          <a:off x="3974335" y="355110"/>
          <a:ext cx="571097" cy="2271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b="1" kern="800" baseline="0"/>
            <a:t>Optimization</a:t>
          </a:r>
        </a:p>
      </dsp:txBody>
      <dsp:txXfrm>
        <a:off x="3980987" y="361762"/>
        <a:ext cx="557793" cy="213802"/>
      </dsp:txXfrm>
    </dsp:sp>
    <dsp:sp modelId="{39EF8751-4EB4-410D-80C4-2636B18F9906}">
      <dsp:nvSpPr>
        <dsp:cNvPr id="0" name=""/>
        <dsp:cNvSpPr/>
      </dsp:nvSpPr>
      <dsp:spPr>
        <a:xfrm>
          <a:off x="4721439" y="437225"/>
          <a:ext cx="584076" cy="481741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/>
            <a:t>Testing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 baseline="0"/>
            <a:t>Remediation</a:t>
          </a:r>
        </a:p>
      </dsp:txBody>
      <dsp:txXfrm>
        <a:off x="4732525" y="448311"/>
        <a:ext cx="561904" cy="356338"/>
      </dsp:txXfrm>
    </dsp:sp>
    <dsp:sp modelId="{DB915F82-765F-486D-9106-3DFAF3AD47F0}">
      <dsp:nvSpPr>
        <dsp:cNvPr id="0" name=""/>
        <dsp:cNvSpPr/>
      </dsp:nvSpPr>
      <dsp:spPr>
        <a:xfrm>
          <a:off x="4865984" y="803224"/>
          <a:ext cx="471981" cy="18769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7620" rIns="11430" bIns="762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b="1" kern="1200" baseline="0"/>
            <a:t>Scalability</a:t>
          </a:r>
        </a:p>
      </dsp:txBody>
      <dsp:txXfrm>
        <a:off x="4871481" y="808721"/>
        <a:ext cx="460987" cy="1766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CE5E28-6D4B-4810-A079-D751FE23C4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7E4E85-A2D1-4428-85A8-B371B6AEA3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B56BDA5-FBCC-43E1-957B-02AF36889AD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09AED-0ECA-4AC2-81B5-8768A3F958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9531E-4E81-41B9-97A8-8F57DA33FD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3741FA5-E9CF-49C4-A86E-63E2406CD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85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F44CDF0-0D54-4AFE-B409-D6358A9BB9A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7E24C93-78CA-4AF0-9E77-825D60AB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15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CoverSlide_Swirl"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90000">
              <a:schemeClr val="bg1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F767AF3-F40A-AD01-6E31-D772005430F7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-585"/>
          <a:stretch>
            <a:fillRect/>
          </a:stretch>
        </p:blipFill>
        <p:spPr>
          <a:xfrm>
            <a:off x="6689659" y="787179"/>
            <a:ext cx="5502342" cy="607223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1D00505-52E9-822B-18AD-9670AF5C6D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1139" y="6099941"/>
            <a:ext cx="2844818" cy="4761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450C5A-670C-489B-BA6F-B90AFAA7C8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1221"/>
            <a:ext cx="9144000" cy="1096613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Your Presentation’s 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5A796-2042-41B2-9FD4-19A60450B7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66310"/>
            <a:ext cx="9144000" cy="184621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Your Presentation’s Sub-Title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929322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Slide_NoSwirl"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90000">
              <a:schemeClr val="bg1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50C5A-670C-489B-BA6F-B90AFAA7C8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1221"/>
            <a:ext cx="9144000" cy="1096613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Your Presentation’s Title Goes Here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F4DDB17-AA18-AAB8-2797-29B3C139F2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01139" y="6099941"/>
            <a:ext cx="2844818" cy="476127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880855D-F56C-6F67-D34C-77CCB78838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66310"/>
            <a:ext cx="9144000" cy="184621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Your Presentation’s Sub-Title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184453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Slide_NoSwirl"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90000">
              <a:schemeClr val="bg1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1F4DDB17-AA18-AAB8-2797-29B3C139F2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01139" y="6099941"/>
            <a:ext cx="2844818" cy="47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95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Slide_Swirl"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90000">
              <a:schemeClr val="bg1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F767AF3-F40A-AD01-6E31-D772005430F7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-585"/>
          <a:stretch>
            <a:fillRect/>
          </a:stretch>
        </p:blipFill>
        <p:spPr>
          <a:xfrm>
            <a:off x="6689659" y="787179"/>
            <a:ext cx="5502342" cy="607223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1D00505-52E9-822B-18AD-9670AF5C6D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1139" y="6099941"/>
            <a:ext cx="2844818" cy="47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47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Slide_Swirl"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90000">
              <a:schemeClr val="bg1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F767AF3-F40A-AD01-6E31-D772005430F7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-585"/>
          <a:stretch>
            <a:fillRect/>
          </a:stretch>
        </p:blipFill>
        <p:spPr>
          <a:xfrm>
            <a:off x="6689659" y="787179"/>
            <a:ext cx="5502342" cy="607223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1D00505-52E9-822B-18AD-9670AF5C6D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7986" y="140577"/>
            <a:ext cx="2307970" cy="38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8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6D3B9F-1246-C22C-3CFD-8FC29C6A666C}"/>
              </a:ext>
            </a:extLst>
          </p:cNvPr>
          <p:cNvSpPr/>
          <p:nvPr userDrawn="1"/>
        </p:nvSpPr>
        <p:spPr>
          <a:xfrm>
            <a:off x="0" y="4074760"/>
            <a:ext cx="12192000" cy="27880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23E3F-4C8D-4F48-8F99-5C8D909DB035}"/>
              </a:ext>
            </a:extLst>
          </p:cNvPr>
          <p:cNvSpPr/>
          <p:nvPr userDrawn="1"/>
        </p:nvSpPr>
        <p:spPr>
          <a:xfrm>
            <a:off x="651434" y="0"/>
            <a:ext cx="5450541" cy="6858001"/>
          </a:xfrm>
          <a:prstGeom prst="rect">
            <a:avLst/>
          </a:prstGeom>
          <a:solidFill>
            <a:schemeClr val="accent4">
              <a:alpha val="6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450C5A-670C-489B-BA6F-B90AFAA7C8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13183" y="4294155"/>
            <a:ext cx="4544667" cy="2349233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Your Transition’s Title Goes Here</a:t>
            </a:r>
          </a:p>
        </p:txBody>
      </p:sp>
      <p:sp>
        <p:nvSpPr>
          <p:cNvPr id="10" name="Text Placeholder 79">
            <a:extLst>
              <a:ext uri="{FF2B5EF4-FFF2-40B4-BE49-F238E27FC236}">
                <a16:creationId xmlns:a16="http://schemas.microsoft.com/office/drawing/2014/main" id="{60E7F012-FD3F-0833-F207-85EFDC110C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56" y="309563"/>
            <a:ext cx="2377094" cy="2600325"/>
          </a:xfrm>
        </p:spPr>
        <p:txBody>
          <a:bodyPr>
            <a:noAutofit/>
          </a:bodyPr>
          <a:lstStyle>
            <a:lvl1pPr marL="0" indent="0" algn="r">
              <a:lnSpc>
                <a:spcPct val="90000"/>
              </a:lnSpc>
              <a:buNone/>
              <a:defRPr sz="200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B2F012-1748-0BE7-075A-AD9521EED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8032" y="446260"/>
            <a:ext cx="2794000" cy="5461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B5CDD98-6AF2-7EA9-B876-EB4EE7A053A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532"/>
          <a:stretch>
            <a:fillRect/>
          </a:stretch>
        </p:blipFill>
        <p:spPr>
          <a:xfrm>
            <a:off x="1400483" y="2099144"/>
            <a:ext cx="4695517" cy="47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469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6D3B9F-1246-C22C-3CFD-8FC29C6A666C}"/>
              </a:ext>
            </a:extLst>
          </p:cNvPr>
          <p:cNvSpPr/>
          <p:nvPr userDrawn="1"/>
        </p:nvSpPr>
        <p:spPr>
          <a:xfrm>
            <a:off x="0" y="4074760"/>
            <a:ext cx="12192000" cy="27880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23E3F-4C8D-4F48-8F99-5C8D909DB035}"/>
              </a:ext>
            </a:extLst>
          </p:cNvPr>
          <p:cNvSpPr/>
          <p:nvPr userDrawn="1"/>
        </p:nvSpPr>
        <p:spPr>
          <a:xfrm>
            <a:off x="651434" y="0"/>
            <a:ext cx="5450541" cy="6858001"/>
          </a:xfrm>
          <a:prstGeom prst="rect">
            <a:avLst/>
          </a:prstGeom>
          <a:solidFill>
            <a:schemeClr val="accent3">
              <a:alpha val="6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Text Placeholder 79">
            <a:extLst>
              <a:ext uri="{FF2B5EF4-FFF2-40B4-BE49-F238E27FC236}">
                <a16:creationId xmlns:a16="http://schemas.microsoft.com/office/drawing/2014/main" id="{60E7F012-FD3F-0833-F207-85EFDC110C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56" y="309563"/>
            <a:ext cx="2377094" cy="2600325"/>
          </a:xfrm>
        </p:spPr>
        <p:txBody>
          <a:bodyPr>
            <a:noAutofit/>
          </a:bodyPr>
          <a:lstStyle>
            <a:lvl1pPr marL="0" indent="0" algn="r">
              <a:lnSpc>
                <a:spcPct val="90000"/>
              </a:lnSpc>
              <a:buNone/>
              <a:defRPr sz="200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23756-1DD9-B570-F4BF-8BF41472E4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8032" y="446260"/>
            <a:ext cx="2794000" cy="5461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DF1F0D-306B-010E-95ED-E2B4D1976A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13183" y="4294155"/>
            <a:ext cx="4544667" cy="2349233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Your Transition’s Title Goes Here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8043720-2177-3A02-3D61-88A630F21F3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532"/>
          <a:stretch>
            <a:fillRect/>
          </a:stretch>
        </p:blipFill>
        <p:spPr>
          <a:xfrm>
            <a:off x="1400483" y="2099144"/>
            <a:ext cx="4695517" cy="47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1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_Dark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B978D8-2DC6-B69C-6923-B1863DE18744}"/>
              </a:ext>
            </a:extLst>
          </p:cNvPr>
          <p:cNvSpPr/>
          <p:nvPr userDrawn="1"/>
        </p:nvSpPr>
        <p:spPr>
          <a:xfrm>
            <a:off x="0" y="4074760"/>
            <a:ext cx="12192000" cy="27880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23E3F-4C8D-4F48-8F99-5C8D909DB035}"/>
              </a:ext>
            </a:extLst>
          </p:cNvPr>
          <p:cNvSpPr/>
          <p:nvPr/>
        </p:nvSpPr>
        <p:spPr>
          <a:xfrm>
            <a:off x="651434" y="0"/>
            <a:ext cx="5450541" cy="6858001"/>
          </a:xfrm>
          <a:prstGeom prst="rect">
            <a:avLst/>
          </a:prstGeom>
          <a:solidFill>
            <a:schemeClr val="accent2">
              <a:alpha val="6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8A62EA68-D2C8-4403-8BC4-6A22B21D53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56" y="309563"/>
            <a:ext cx="2377094" cy="2600325"/>
          </a:xfrm>
        </p:spPr>
        <p:txBody>
          <a:bodyPr>
            <a:noAutofit/>
          </a:bodyPr>
          <a:lstStyle>
            <a:lvl1pPr marL="0" indent="0" algn="r">
              <a:lnSpc>
                <a:spcPct val="90000"/>
              </a:lnSpc>
              <a:buNone/>
              <a:defRPr sz="20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5A9042-DB36-7E38-2BA1-45A92E991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8032" y="446260"/>
            <a:ext cx="2794000" cy="5461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4FF7D0B-A2A3-ECA0-0A4A-DE4FD34BC8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13183" y="4294155"/>
            <a:ext cx="4544667" cy="2349233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Your Transition’s Title Goes Here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A4EBED7-F313-C192-F81B-92BCF0979330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532"/>
          <a:stretch>
            <a:fillRect/>
          </a:stretch>
        </p:blipFill>
        <p:spPr>
          <a:xfrm>
            <a:off x="1400483" y="2099144"/>
            <a:ext cx="4695517" cy="47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1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_Light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B978D8-2DC6-B69C-6923-B1863DE18744}"/>
              </a:ext>
            </a:extLst>
          </p:cNvPr>
          <p:cNvSpPr/>
          <p:nvPr userDrawn="1"/>
        </p:nvSpPr>
        <p:spPr>
          <a:xfrm>
            <a:off x="0" y="4074760"/>
            <a:ext cx="12192000" cy="27880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23E3F-4C8D-4F48-8F99-5C8D909DB035}"/>
              </a:ext>
            </a:extLst>
          </p:cNvPr>
          <p:cNvSpPr/>
          <p:nvPr/>
        </p:nvSpPr>
        <p:spPr>
          <a:xfrm>
            <a:off x="651434" y="0"/>
            <a:ext cx="5450541" cy="6858001"/>
          </a:xfrm>
          <a:prstGeom prst="rect">
            <a:avLst/>
          </a:prstGeom>
          <a:solidFill>
            <a:schemeClr val="accent2">
              <a:lumMod val="20000"/>
              <a:lumOff val="8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8A62EA68-D2C8-4403-8BC4-6A22B21D53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56" y="309563"/>
            <a:ext cx="2377094" cy="2600325"/>
          </a:xfrm>
        </p:spPr>
        <p:txBody>
          <a:bodyPr>
            <a:noAutofit/>
          </a:bodyPr>
          <a:lstStyle>
            <a:lvl1pPr marL="0" indent="0" algn="r">
              <a:lnSpc>
                <a:spcPct val="90000"/>
              </a:lnSpc>
              <a:buNone/>
              <a:defRPr sz="20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D771A6-F60E-00FF-0770-A7EE3170C5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8032" y="446260"/>
            <a:ext cx="2794000" cy="5461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48626B3-1F84-1EA3-8AC7-AEFCB64D3C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13183" y="4294155"/>
            <a:ext cx="4544667" cy="2349233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Your Transition’s Title Goes Here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8C363F0-7266-2DA2-EB39-11183A5EB8D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532"/>
          <a:stretch>
            <a:fillRect/>
          </a:stretch>
        </p:blipFill>
        <p:spPr>
          <a:xfrm>
            <a:off x="1400483" y="2099144"/>
            <a:ext cx="4695517" cy="47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1A41BC-049F-BDD9-433F-14BF57B0372F}"/>
              </a:ext>
            </a:extLst>
          </p:cNvPr>
          <p:cNvSpPr/>
          <p:nvPr userDrawn="1"/>
        </p:nvSpPr>
        <p:spPr>
          <a:xfrm>
            <a:off x="0" y="4074760"/>
            <a:ext cx="12192000" cy="27880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23E3F-4C8D-4F48-8F99-5C8D909DB035}"/>
              </a:ext>
            </a:extLst>
          </p:cNvPr>
          <p:cNvSpPr/>
          <p:nvPr userDrawn="1"/>
        </p:nvSpPr>
        <p:spPr>
          <a:xfrm>
            <a:off x="645459" y="-1"/>
            <a:ext cx="5450541" cy="6858001"/>
          </a:xfrm>
          <a:prstGeom prst="rect">
            <a:avLst/>
          </a:prstGeom>
          <a:solidFill>
            <a:srgbClr val="596060">
              <a:alpha val="4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8A62EA68-D2C8-4403-8BC4-6A22B21D53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56" y="309563"/>
            <a:ext cx="2377094" cy="2600325"/>
          </a:xfrm>
        </p:spPr>
        <p:txBody>
          <a:bodyPr>
            <a:noAutofit/>
          </a:bodyPr>
          <a:lstStyle>
            <a:lvl1pPr marL="0" indent="0" algn="r">
              <a:lnSpc>
                <a:spcPct val="90000"/>
              </a:lnSpc>
              <a:buNone/>
              <a:defRPr sz="20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536535-1252-3A61-D3FB-833506ED31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8032" y="446260"/>
            <a:ext cx="2794000" cy="5461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013283-CDE5-A8E0-3E68-CA9E5FBD83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13183" y="4294155"/>
            <a:ext cx="4544667" cy="2349233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Your Transition’s Title Goes Here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5AF6957-DF6C-14B2-1010-9B37ADCFC0BC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532"/>
          <a:stretch>
            <a:fillRect/>
          </a:stretch>
        </p:blipFill>
        <p:spPr>
          <a:xfrm>
            <a:off x="1400483" y="2099144"/>
            <a:ext cx="4695517" cy="47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6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ransition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B978D8-2DC6-B69C-6923-B1863DE18744}"/>
              </a:ext>
            </a:extLst>
          </p:cNvPr>
          <p:cNvSpPr/>
          <p:nvPr userDrawn="1"/>
        </p:nvSpPr>
        <p:spPr>
          <a:xfrm>
            <a:off x="0" y="4074760"/>
            <a:ext cx="12192000" cy="27880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66B321A-AE8E-36CF-5AEC-465D47BDDC5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>
            <a:off x="1400483" y="2099144"/>
            <a:ext cx="4695517" cy="476364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8723E3F-4C8D-4F48-8F99-5C8D909DB035}"/>
              </a:ext>
            </a:extLst>
          </p:cNvPr>
          <p:cNvSpPr/>
          <p:nvPr/>
        </p:nvSpPr>
        <p:spPr>
          <a:xfrm>
            <a:off x="651434" y="0"/>
            <a:ext cx="545054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AF0BE8-B7E9-4580-AD39-7E0A9438C29F}"/>
              </a:ext>
            </a:extLst>
          </p:cNvPr>
          <p:cNvCxnSpPr>
            <a:cxnSpLocks/>
          </p:cNvCxnSpPr>
          <p:nvPr/>
        </p:nvCxnSpPr>
        <p:spPr>
          <a:xfrm>
            <a:off x="1539776" y="5726871"/>
            <a:ext cx="380402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>
            <a:extLst>
              <a:ext uri="{FF2B5EF4-FFF2-40B4-BE49-F238E27FC236}">
                <a16:creationId xmlns:a16="http://schemas.microsoft.com/office/drawing/2014/main" id="{3BF5DB33-DB03-464A-B627-9630482B5AD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3183" y="5933827"/>
            <a:ext cx="4544667" cy="64959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Transition’s Sub-Title Goes Over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76F16-4663-5362-DE7A-4513107E34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38032" y="446260"/>
            <a:ext cx="2794000" cy="546100"/>
          </a:xfrm>
          <a:prstGeom prst="rect">
            <a:avLst/>
          </a:prstGeom>
        </p:spPr>
      </p:pic>
      <p:sp>
        <p:nvSpPr>
          <p:cNvPr id="3" name="Text Placeholder 79">
            <a:extLst>
              <a:ext uri="{FF2B5EF4-FFF2-40B4-BE49-F238E27FC236}">
                <a16:creationId xmlns:a16="http://schemas.microsoft.com/office/drawing/2014/main" id="{08AED172-5C87-2A4A-9845-38A2DFECAB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56" y="309563"/>
            <a:ext cx="2377094" cy="2600325"/>
          </a:xfrm>
        </p:spPr>
        <p:txBody>
          <a:bodyPr>
            <a:noAutofit/>
          </a:bodyPr>
          <a:lstStyle>
            <a:lvl1pPr marL="0" indent="0" algn="r">
              <a:lnSpc>
                <a:spcPct val="90000"/>
              </a:lnSpc>
              <a:buNone/>
              <a:defRPr sz="20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81A339B-03F5-9FF6-E60E-189B38320A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13183" y="4294156"/>
            <a:ext cx="4544667" cy="1244496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Your Transition’s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186836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RightDec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A0815C-6956-D758-1623-6FCEF9C61128}"/>
              </a:ext>
            </a:extLst>
          </p:cNvPr>
          <p:cNvSpPr/>
          <p:nvPr userDrawn="1"/>
        </p:nvSpPr>
        <p:spPr>
          <a:xfrm rot="16200000">
            <a:off x="7538754" y="1753164"/>
            <a:ext cx="6406411" cy="290008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C5FA44E-8D3B-7726-737B-9C790E5664E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>
            <a:off x="9457965" y="3632709"/>
            <a:ext cx="2734036" cy="27737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CBDF45-5062-4444-A0CE-24D3BCBA6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2"/>
            <a:ext cx="7994496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EA41A64-9B5D-4C3F-981F-9D2316DCD8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2" y="1092816"/>
            <a:ext cx="7994496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FF78F-7135-787D-5FEB-C7402E298C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699" y="2075290"/>
            <a:ext cx="7994496" cy="4046728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4A4BAA-9A58-6AD6-D801-6C741DBEB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186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A0815C-6956-D758-1623-6FCEF9C61128}"/>
              </a:ext>
            </a:extLst>
          </p:cNvPr>
          <p:cNvSpPr/>
          <p:nvPr userDrawn="1"/>
        </p:nvSpPr>
        <p:spPr>
          <a:xfrm rot="16200000">
            <a:off x="7007595" y="1222003"/>
            <a:ext cx="6406411" cy="39624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C139E9-F6AF-DE80-3BA4-6CB4049056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2"/>
            <a:ext cx="7198724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B68AE41-D364-5E10-9959-DC9E463D8F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2" y="1092816"/>
            <a:ext cx="7198724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B49FFC-C7F2-EE9D-F27C-3CAA4899D6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699" y="2075290"/>
            <a:ext cx="7198724" cy="4046728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95B470E-54FB-56CC-6865-25A3B4A65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291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17F40E-E76E-DFD9-9FB2-4C48AB208965}"/>
              </a:ext>
            </a:extLst>
          </p:cNvPr>
          <p:cNvSpPr/>
          <p:nvPr userDrawn="1"/>
        </p:nvSpPr>
        <p:spPr>
          <a:xfrm>
            <a:off x="8234362" y="-29758"/>
            <a:ext cx="3957638" cy="643860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1C0208-F86A-56B0-718F-10E370C56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2"/>
            <a:ext cx="7198724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4B4A72B-3A71-56B4-33F6-33191A5659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2" y="1092816"/>
            <a:ext cx="7198724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15AD099-5F51-40E2-26CE-2214AF2BEE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699" y="2075290"/>
            <a:ext cx="7198724" cy="4046728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F311250-E922-B45D-96D1-A48A51A00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88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17F40E-E76E-DFD9-9FB2-4C48AB208965}"/>
              </a:ext>
            </a:extLst>
          </p:cNvPr>
          <p:cNvSpPr/>
          <p:nvPr userDrawn="1"/>
        </p:nvSpPr>
        <p:spPr>
          <a:xfrm>
            <a:off x="8234362" y="-29758"/>
            <a:ext cx="3957638" cy="643860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185E63E-B9EC-5B0C-FF6E-2450A336A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69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Decor_Title_Text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4BF6D6-DB84-9B75-3A62-2607532318E8}"/>
              </a:ext>
            </a:extLst>
          </p:cNvPr>
          <p:cNvSpPr/>
          <p:nvPr userDrawn="1"/>
        </p:nvSpPr>
        <p:spPr>
          <a:xfrm>
            <a:off x="0" y="-22412"/>
            <a:ext cx="6096000" cy="642843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98F9E-7CB5-45E7-9057-22AEACB541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4999401" cy="14755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92D1D-B2E6-44B4-9BB7-BCB4148532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699" y="2229474"/>
            <a:ext cx="5004164" cy="363606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CB9ED4-67AA-44B3-9E9C-78992A1B3CC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79096" y="583050"/>
            <a:ext cx="4865204" cy="5282491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s-419" dirty="0" err="1"/>
              <a:t>Add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9F385B7-2F2F-42FA-283A-E2D4AE83CD0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>
            <a:off x="3260036" y="3528914"/>
            <a:ext cx="2835964" cy="2877109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A6AB9D0-1D02-A160-1FF6-24DA5E972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792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Decor_Title_Text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4BF6D6-DB84-9B75-3A62-2607532318E8}"/>
              </a:ext>
            </a:extLst>
          </p:cNvPr>
          <p:cNvSpPr/>
          <p:nvPr userDrawn="1"/>
        </p:nvSpPr>
        <p:spPr>
          <a:xfrm>
            <a:off x="0" y="-22412"/>
            <a:ext cx="6096000" cy="642843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98F9E-7CB5-45E7-9057-22AEACB541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2486538"/>
            <a:ext cx="4999401" cy="14755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9F385B7-2F2F-42FA-283A-E2D4AE83CD0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>
            <a:off x="3260036" y="3528914"/>
            <a:ext cx="2835964" cy="287710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A13C474-99A7-2F6C-E4C9-AA595F8DE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876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corTop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EF4056-551C-1DD0-53B8-939F4C4BC4AB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1817736-C2C4-954C-771A-3EE17B5434E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CA1C7B4-AEA5-6E78-CA44-F6D43EC8C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3">
            <a:extLst>
              <a:ext uri="{FF2B5EF4-FFF2-40B4-BE49-F238E27FC236}">
                <a16:creationId xmlns:a16="http://schemas.microsoft.com/office/drawing/2014/main" id="{581DBF3F-5FD1-2326-FFBD-8474FC203526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47700" y="2019631"/>
            <a:ext cx="10891838" cy="4113540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B7EE81-9C85-D2EF-BFFA-DF8C58ACB8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0863D80-E97A-1116-E2C6-7969C27907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</p:spTree>
    <p:extLst>
      <p:ext uri="{BB962C8B-B14F-4D97-AF65-F5344CB8AC3E}">
        <p14:creationId xmlns:p14="http://schemas.microsoft.com/office/powerpoint/2010/main" val="28773090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aphic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90843243-2B7D-432B-8740-145A410425B3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47700" y="2019631"/>
            <a:ext cx="10891838" cy="4113540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AECEFB-2132-9FCE-2EF2-4867AC455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4F16132-353E-7E10-97B3-B68C53FFD7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C0EB563-554E-F6D2-1D5D-88233B3DD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7413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orTop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EF4056-551C-1DD0-53B8-939F4C4BC4AB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1817736-C2C4-954C-771A-3EE17B5434E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061AFC5F-FD2C-FFCA-AF3D-199DBEEF3F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10891838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8" name="Text Placeholder 39">
            <a:extLst>
              <a:ext uri="{FF2B5EF4-FFF2-40B4-BE49-F238E27FC236}">
                <a16:creationId xmlns:a16="http://schemas.microsoft.com/office/drawing/2014/main" id="{C8EDA2BE-BCA9-1895-C30E-BEADE5BBA3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6924"/>
            <a:ext cx="10891838" cy="551012"/>
          </a:xfrm>
        </p:spPr>
        <p:txBody>
          <a:bodyPr anchor="ctr">
            <a:normAutofit fontScale="92500" lnSpcReduction="10000"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Your Slide’s Sub-Title Goes Over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D2ACC22-8B20-7F55-7246-9993DCA38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2564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8405A-3C83-BD1F-7DA2-9B2E359A19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FD6650B-F012-AF95-2E8F-5728443344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AE13DC4-481E-28D7-7E84-EDA4F4F99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788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corTop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A77AE6-07BC-9F8F-0751-9077B1327680}"/>
              </a:ext>
            </a:extLst>
          </p:cNvPr>
          <p:cNvSpPr/>
          <p:nvPr userDrawn="1"/>
        </p:nvSpPr>
        <p:spPr>
          <a:xfrm>
            <a:off x="-1" y="-22413"/>
            <a:ext cx="12192001" cy="138965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1817736-C2C4-954C-771A-3EE17B5434E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0EAE05A-7B18-8781-2D59-F79166263CA7}"/>
              </a:ext>
            </a:extLst>
          </p:cNvPr>
          <p:cNvSpPr/>
          <p:nvPr userDrawn="1"/>
        </p:nvSpPr>
        <p:spPr>
          <a:xfrm>
            <a:off x="4898003" y="1367246"/>
            <a:ext cx="7293997" cy="5041505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491AADA7-7526-839A-2658-E1F6AB889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10891838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96130E3-22A9-4734-3FEE-AD025BC21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801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corTop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A77AE6-07BC-9F8F-0751-9077B1327680}"/>
              </a:ext>
            </a:extLst>
          </p:cNvPr>
          <p:cNvSpPr/>
          <p:nvPr userDrawn="1"/>
        </p:nvSpPr>
        <p:spPr>
          <a:xfrm>
            <a:off x="-1" y="-22413"/>
            <a:ext cx="12192001" cy="138965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1817736-C2C4-954C-771A-3EE17B5434E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491AADA7-7526-839A-2658-E1F6AB889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10891838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2F3351-E2AE-069E-8E75-36996E97F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296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D45572-5E63-8A43-86AA-F26A07389E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981C89-6678-E6C2-7CC1-7B8FC186D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1357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corTop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A77AE6-07BC-9F8F-0751-9077B1327680}"/>
              </a:ext>
            </a:extLst>
          </p:cNvPr>
          <p:cNvSpPr/>
          <p:nvPr userDrawn="1"/>
        </p:nvSpPr>
        <p:spPr>
          <a:xfrm>
            <a:off x="-1" y="-22413"/>
            <a:ext cx="12192001" cy="138965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1817736-C2C4-954C-771A-3EE17B5434E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855D23A-83A0-185A-820B-CFA6A4295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6213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E49675-3ABE-6421-D6FF-FF707162C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2569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Columns_Decor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422225-965D-87DE-264A-3EDDA67ABAB2}"/>
              </a:ext>
            </a:extLst>
          </p:cNvPr>
          <p:cNvSpPr/>
          <p:nvPr userDrawn="1"/>
        </p:nvSpPr>
        <p:spPr>
          <a:xfrm>
            <a:off x="-1" y="-22412"/>
            <a:ext cx="12192001" cy="185121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702AFA25-1CA6-8E16-785F-BB475AF429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00" y="2018372"/>
            <a:ext cx="4912534" cy="602165"/>
          </a:xfrm>
        </p:spPr>
        <p:txBody>
          <a:bodyPr anchor="ctr">
            <a:normAutofit/>
          </a:bodyPr>
          <a:lstStyle>
            <a:lvl1pPr algn="ctr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C0A5F28-59F4-6E3F-DAD8-8F7803AD40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31766" y="2018372"/>
            <a:ext cx="4912534" cy="602165"/>
          </a:xfrm>
        </p:spPr>
        <p:txBody>
          <a:bodyPr anchor="ctr"/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Title 4">
            <a:extLst>
              <a:ext uri="{FF2B5EF4-FFF2-40B4-BE49-F238E27FC236}">
                <a16:creationId xmlns:a16="http://schemas.microsoft.com/office/drawing/2014/main" id="{82BC2C44-8804-5334-F5CF-B5551063D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10891838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Two Columns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7D0CEB31-7947-95AE-F636-05E370158E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2462" y="1096924"/>
            <a:ext cx="10891838" cy="551012"/>
          </a:xfrm>
        </p:spPr>
        <p:txBody>
          <a:bodyPr anchor="ctr">
            <a:normAutofit fontScale="92500" lnSpcReduction="10000"/>
          </a:bodyPr>
          <a:lstStyle>
            <a:lvl1pPr>
              <a:buNone/>
              <a:defRPr lang="en-US" sz="18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2DE091-DD44-6681-51C5-B81702D73FA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EF73F3-2C2B-8F77-F29C-6D9F432040B5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018372"/>
            <a:ext cx="0" cy="41148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61ABFA8-26D2-75CF-C984-1913918FA2B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7700" y="2735248"/>
            <a:ext cx="4912534" cy="3397924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2BDF040-5E52-5B4B-8ABE-C9C45A14E42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31766" y="2735248"/>
            <a:ext cx="4912534" cy="3397924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BE120D1-461C-22B3-269E-F1D137E0D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8020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3CB47BD-083C-45C7-9D14-9E7B4A334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C4CB1AE0-3C8D-4899-9141-839223F4FC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1FFFE70B-EAB6-61C0-151B-A642162CF3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00" y="2018372"/>
            <a:ext cx="4912534" cy="602165"/>
          </a:xfrm>
        </p:spPr>
        <p:txBody>
          <a:bodyPr anchor="ctr">
            <a:normAutofit/>
          </a:bodyPr>
          <a:lstStyle>
            <a:lvl1pPr algn="ctr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F41728-0ABE-A4E7-E4D8-54B35CD84C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31766" y="2018372"/>
            <a:ext cx="4912534" cy="602165"/>
          </a:xfrm>
        </p:spPr>
        <p:txBody>
          <a:bodyPr anchor="ctr"/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7DC88B-FE40-A906-92D9-63EC7D0187F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018372"/>
            <a:ext cx="0" cy="41148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7D16CA4-BF2D-2BED-15EA-14725523E5F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7700" y="2735248"/>
            <a:ext cx="4912534" cy="3397924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E8FAC0-4A9C-D3F6-98B0-D7048434C81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31766" y="2735248"/>
            <a:ext cx="4912534" cy="3397924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5F4204E-1D00-E930-A107-58591448C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7290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3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DDFA62-69AE-429B-5563-1E1E5C773EE5}"/>
              </a:ext>
            </a:extLst>
          </p:cNvPr>
          <p:cNvSpPr/>
          <p:nvPr userDrawn="1"/>
        </p:nvSpPr>
        <p:spPr>
          <a:xfrm>
            <a:off x="0" y="-22412"/>
            <a:ext cx="12192000" cy="2319563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63E96DD9-23FE-4274-871B-8090D2AFC0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7701" y="1655141"/>
            <a:ext cx="3474720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9F3355B-5E31-43C0-9781-30094D500D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4813" y="1655141"/>
            <a:ext cx="3496707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F63AA15-9684-451F-9ED1-3BD417A4E3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2514" y="1655141"/>
            <a:ext cx="3474720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D0A90BC-982F-4519-B154-AD2CD92D4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30438"/>
            <a:ext cx="10887076" cy="56832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24A51D5-6335-6F0F-F158-F82B4FF29DEB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047097" y="-284219"/>
            <a:ext cx="2286393" cy="231956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2FEBFD-55F3-FD75-B8E8-B9E7CCE55F20}"/>
              </a:ext>
            </a:extLst>
          </p:cNvPr>
          <p:cNvCxnSpPr>
            <a:cxnSpLocks/>
          </p:cNvCxnSpPr>
          <p:nvPr userDrawn="1"/>
        </p:nvCxnSpPr>
        <p:spPr>
          <a:xfrm>
            <a:off x="4253616" y="2503450"/>
            <a:ext cx="0" cy="35925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E0DF81-4AA4-37C9-EFF8-1D1D8B2CF7FF}"/>
              </a:ext>
            </a:extLst>
          </p:cNvPr>
          <p:cNvCxnSpPr>
            <a:cxnSpLocks/>
          </p:cNvCxnSpPr>
          <p:nvPr userDrawn="1"/>
        </p:nvCxnSpPr>
        <p:spPr>
          <a:xfrm>
            <a:off x="8007957" y="2503449"/>
            <a:ext cx="0" cy="35925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90070B4-FDF2-8AFD-0B8B-BA4E3F0244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462" y="2503450"/>
            <a:ext cx="3474720" cy="3592550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917EB92-03ED-4341-AD38-D1D0B878207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84814" y="2503450"/>
            <a:ext cx="3496707" cy="3592550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4C38261-94EC-6A06-B1E5-8EE3A7E4B8B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62110" y="2503449"/>
            <a:ext cx="3455123" cy="3592550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9268BA-F901-2503-0F69-C352534C9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1710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3Columns_Decor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CAFAD57-947B-5154-4E88-B9EB1AB82637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DF636FB-2F0B-F673-4E9B-85BDF438DE1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138CB5-A7CA-94D7-AF18-5D682C7E2964}"/>
              </a:ext>
            </a:extLst>
          </p:cNvPr>
          <p:cNvCxnSpPr>
            <a:cxnSpLocks/>
          </p:cNvCxnSpPr>
          <p:nvPr userDrawn="1"/>
        </p:nvCxnSpPr>
        <p:spPr>
          <a:xfrm>
            <a:off x="4171949" y="1984816"/>
            <a:ext cx="1" cy="41148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B8D188E-D57C-F5F4-502B-A5C6993270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700" y="2014691"/>
            <a:ext cx="3200400" cy="709598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BF3A30-F601-DC47-A764-30663C8DE6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5800" y="2014691"/>
            <a:ext cx="3200400" cy="709598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B2C141C-85CC-6C2A-9D47-7307F63CAA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43900" y="2014691"/>
            <a:ext cx="3200400" cy="709598"/>
          </a:xfrm>
          <a:noFill/>
        </p:spPr>
        <p:txBody>
          <a:bodyPr anchor="ctr">
            <a:normAutofit fontScale="92500"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987816-8E7A-AB0B-A38B-F516BA9373EB}"/>
              </a:ext>
            </a:extLst>
          </p:cNvPr>
          <p:cNvCxnSpPr>
            <a:cxnSpLocks/>
          </p:cNvCxnSpPr>
          <p:nvPr userDrawn="1"/>
        </p:nvCxnSpPr>
        <p:spPr>
          <a:xfrm>
            <a:off x="8020049" y="1984816"/>
            <a:ext cx="1" cy="41148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C10B3539-56BC-AD56-594F-785350CA24D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7700" y="2927320"/>
            <a:ext cx="3200400" cy="326903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601E058-D93B-CC12-6B47-45B2C7CEFCA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95799" y="2927319"/>
            <a:ext cx="3200400" cy="326903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192AAB8-1017-99D3-3CD5-61722CD845A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43890" y="2927318"/>
            <a:ext cx="3200400" cy="326903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2318133C-8067-C90A-2D44-68762613A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10891838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CBE315D5-E26E-5F85-E242-6488DEF515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6924"/>
            <a:ext cx="10891838" cy="551012"/>
          </a:xfrm>
        </p:spPr>
        <p:txBody>
          <a:bodyPr anchor="ctr">
            <a:normAutofit fontScale="92500" lnSpcReduction="10000"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Your Slide’s Sub-Title Goes Over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8F3A88D-2C7B-ED3A-921F-C11354230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0405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3Columns_Decor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CAFAD57-947B-5154-4E88-B9EB1AB82637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DF636FB-2F0B-F673-4E9B-85BDF438DE1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B8D188E-D57C-F5F4-502B-A5C6993270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699" y="2014691"/>
            <a:ext cx="3476625" cy="471334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BF3A30-F601-DC47-A764-30663C8DE6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7681" y="2014692"/>
            <a:ext cx="3476625" cy="471334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B2C141C-85CC-6C2A-9D47-7307F63CAA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7665" y="2014691"/>
            <a:ext cx="3476625" cy="471334"/>
          </a:xfrm>
          <a:noFill/>
        </p:spPr>
        <p:txBody>
          <a:bodyPr anchor="ctr">
            <a:normAutofit fontScale="92500"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C10B3539-56BC-AD56-594F-785350CA24D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7699" y="2685212"/>
            <a:ext cx="3476624" cy="351114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601E058-D93B-CC12-6B47-45B2C7CEFCA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57680" y="2685212"/>
            <a:ext cx="3476624" cy="351114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192AAB8-1017-99D3-3CD5-61722CD845A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67665" y="2685210"/>
            <a:ext cx="3476625" cy="351114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2318133C-8067-C90A-2D44-68762613A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10891838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CBE315D5-E26E-5F85-E242-6488DEF515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6924"/>
            <a:ext cx="10891838" cy="551012"/>
          </a:xfrm>
        </p:spPr>
        <p:txBody>
          <a:bodyPr anchor="ctr">
            <a:normAutofit fontScale="92500" lnSpcReduction="10000"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Your Slide’s Sub-Title Goes Over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06181D-ACC1-084B-166A-4ACFE47F1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2414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3Columns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FA89E4A-C84F-D6AB-160F-E9188C13E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8DD99-8BE0-0E27-DF43-08E643FF34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7E56634-8022-4951-B8AD-A1188012E0EF}"/>
              </a:ext>
            </a:extLst>
          </p:cNvPr>
          <p:cNvCxnSpPr>
            <a:cxnSpLocks/>
          </p:cNvCxnSpPr>
          <p:nvPr userDrawn="1"/>
        </p:nvCxnSpPr>
        <p:spPr>
          <a:xfrm>
            <a:off x="4171949" y="1984816"/>
            <a:ext cx="1" cy="41148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7527750A-D51E-3E8E-043E-81AB1CF1D7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700" y="2014691"/>
            <a:ext cx="3200400" cy="709598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96BBC6-76B6-5195-3152-E9C121EDBE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5800" y="2014691"/>
            <a:ext cx="3200400" cy="709598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4934225-2D5F-6C5A-1C57-0A01920EF6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43900" y="2014691"/>
            <a:ext cx="3200400" cy="709598"/>
          </a:xfrm>
          <a:noFill/>
        </p:spPr>
        <p:txBody>
          <a:bodyPr anchor="ctr">
            <a:normAutofit fontScale="92500"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EEA91A-E2C4-02F5-F1DB-F48897520AB1}"/>
              </a:ext>
            </a:extLst>
          </p:cNvPr>
          <p:cNvCxnSpPr>
            <a:cxnSpLocks/>
          </p:cNvCxnSpPr>
          <p:nvPr userDrawn="1"/>
        </p:nvCxnSpPr>
        <p:spPr>
          <a:xfrm>
            <a:off x="8020049" y="1984816"/>
            <a:ext cx="1" cy="41148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BEC1B13-A402-0D88-AE39-989BCD8D2CB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7700" y="2927320"/>
            <a:ext cx="3200400" cy="326903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4098973-47F4-F554-CCAA-33CFD37C83F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95799" y="2927319"/>
            <a:ext cx="3200400" cy="326903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D46A0BA-AC7B-8858-2AFD-5B752D6F5C3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43890" y="2927318"/>
            <a:ext cx="3200400" cy="326903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2CAD95A9-9FF9-720A-7787-61D53BF66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182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3Columns_Graphics_Decor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9954A3-038B-90C9-3C8D-86C2D7A090F4}"/>
              </a:ext>
            </a:extLst>
          </p:cNvPr>
          <p:cNvSpPr/>
          <p:nvPr userDrawn="1"/>
        </p:nvSpPr>
        <p:spPr>
          <a:xfrm>
            <a:off x="-1" y="-22413"/>
            <a:ext cx="12192001" cy="2788023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4EFF65F8-5E47-8C7A-78B3-EA2B407ACE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7700" y="1494266"/>
            <a:ext cx="3390555" cy="2494671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01D587C-F277-510C-7E9B-21F4E7EA8D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00723" y="1494266"/>
            <a:ext cx="3390555" cy="2494671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F8D0D812-2380-0E2E-4492-52E5153BB0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53745" y="1494266"/>
            <a:ext cx="3390555" cy="2494671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4827FB4-0E1B-44ED-BF38-18FFF2FAB0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7701" y="4671948"/>
            <a:ext cx="3401786" cy="1596204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784C05A-99E8-FBC9-1B38-D0B60A9D65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7701" y="4169313"/>
            <a:ext cx="3401786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9FB70D2-598A-04A6-FFB8-A6721BAD11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84814" y="4671948"/>
            <a:ext cx="3401786" cy="1596204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B08E8C9-A603-3ABB-B203-701EDE4834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4814" y="4169313"/>
            <a:ext cx="3401786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 Sub-Title Here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BA6BADC-882C-206B-5432-357893A2AC3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42514" y="4671948"/>
            <a:ext cx="3401786" cy="1596204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536A1B7-68FC-E199-066A-6DC9C3DAD47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2514" y="4169313"/>
            <a:ext cx="3401786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 Sub-Title Here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0A37BB0-F55C-FA44-6E78-47EB66534C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224" y="528885"/>
            <a:ext cx="10887076" cy="56832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Slide’s Title Goes Over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5BDD77C-244B-C519-42D1-40F578555BC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9454101" y="-284221"/>
            <a:ext cx="2879389" cy="2921164"/>
          </a:xfrm>
          <a:prstGeom prst="rect">
            <a:avLst/>
          </a:prstGeom>
        </p:spPr>
      </p:pic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76C5B73E-BFDC-D471-695B-DF803EBF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419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3Columns_Graphics_Decor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9954A3-038B-90C9-3C8D-86C2D7A090F4}"/>
              </a:ext>
            </a:extLst>
          </p:cNvPr>
          <p:cNvSpPr/>
          <p:nvPr userDrawn="1"/>
        </p:nvSpPr>
        <p:spPr>
          <a:xfrm>
            <a:off x="-1" y="-22413"/>
            <a:ext cx="12192001" cy="2788023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4EFF65F8-5E47-8C7A-78B3-EA2B407ACE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89016" y="1494266"/>
            <a:ext cx="1553034" cy="1142677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01D587C-F277-510C-7E9B-21F4E7EA8D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46067" y="1494266"/>
            <a:ext cx="1553034" cy="1142677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F8D0D812-2380-0E2E-4492-52E5153BB0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999089" y="1494265"/>
            <a:ext cx="1553034" cy="1142677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0A37BB0-F55C-FA44-6E78-47EB66534C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224" y="528885"/>
            <a:ext cx="10887076" cy="56832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Slide’s Title Goes Over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5BDD77C-244B-C519-42D1-40F578555BC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9454101" y="-284221"/>
            <a:ext cx="2879389" cy="2921164"/>
          </a:xfrm>
          <a:prstGeom prst="rect">
            <a:avLst/>
          </a:prstGeom>
        </p:spPr>
      </p:pic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2C58D94-AE33-C9A5-13F2-08A095C41D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4814" y="2910781"/>
            <a:ext cx="3401786" cy="374847"/>
          </a:xfrm>
          <a:prstGeom prst="roundRect">
            <a:avLst>
              <a:gd name="adj" fmla="val 50000"/>
            </a:avLst>
          </a:prstGeom>
        </p:spPr>
        <p:txBody>
          <a:bodyPr anchor="ctr">
            <a:normAutofit lnSpcReduction="10000"/>
          </a:bodyPr>
          <a:lstStyle>
            <a:lvl1pPr marL="228600" marR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/>
            </a:lvl1pPr>
          </a:lstStyle>
          <a:p>
            <a:pPr marL="2286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 Sub-Title 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9DE3216B-0F4D-1E86-EEC1-953E9D8DAF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2514" y="2910781"/>
            <a:ext cx="3401786" cy="374847"/>
          </a:xfrm>
          <a:prstGeom prst="roundRect">
            <a:avLst>
              <a:gd name="adj" fmla="val 50000"/>
            </a:avLst>
          </a:prstGeom>
        </p:spPr>
        <p:txBody>
          <a:bodyPr anchor="ctr">
            <a:normAutofit lnSpcReduction="10000"/>
          </a:bodyPr>
          <a:lstStyle>
            <a:lvl1pPr marL="228600" marR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/>
            </a:lvl1pPr>
          </a:lstStyle>
          <a:p>
            <a:pPr marL="2286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 Sub-Title Here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52D10B-81EC-A28E-C148-0C20984B507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7700" y="2910781"/>
            <a:ext cx="3401786" cy="374847"/>
          </a:xfrm>
          <a:prstGeom prst="roundRect">
            <a:avLst>
              <a:gd name="adj" fmla="val 50000"/>
            </a:avLst>
          </a:prstGeom>
        </p:spPr>
        <p:txBody>
          <a:bodyPr anchor="ctr">
            <a:normAutofit lnSpcReduction="10000"/>
          </a:bodyPr>
          <a:lstStyle>
            <a:lvl1pPr marL="228600" marR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/>
            </a:lvl1pPr>
          </a:lstStyle>
          <a:p>
            <a:pPr marL="2286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 Sub-Title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FD54FC8-D276-FA96-827F-2652EF63359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7701" y="3403584"/>
            <a:ext cx="3401786" cy="1890562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86342789-B872-955F-6D72-44C5D59BB0F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84814" y="3403584"/>
            <a:ext cx="3401786" cy="1890562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6CB954F6-145E-0472-A5D8-B5177163097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142514" y="3403584"/>
            <a:ext cx="3401786" cy="1890562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811B7E9-0168-22ED-B45C-026DD455E3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700" y="5422813"/>
            <a:ext cx="10896600" cy="374847"/>
          </a:xfrm>
          <a:prstGeom prst="roundRect">
            <a:avLst>
              <a:gd name="adj" fmla="val 50000"/>
            </a:avLst>
          </a:prstGeom>
        </p:spPr>
        <p:txBody>
          <a:bodyPr anchor="ctr">
            <a:normAutofit lnSpcReduction="10000"/>
          </a:bodyPr>
          <a:lstStyle>
            <a:lvl1pPr marL="228600" marR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/>
            </a:lvl1pPr>
          </a:lstStyle>
          <a:p>
            <a:pPr marL="2286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 Sub-Title Here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D2F9E97E-77F2-71A5-3B09-FE28CB172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137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3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DDFA62-69AE-429B-5563-1E1E5C773EE5}"/>
              </a:ext>
            </a:extLst>
          </p:cNvPr>
          <p:cNvSpPr/>
          <p:nvPr userDrawn="1"/>
        </p:nvSpPr>
        <p:spPr>
          <a:xfrm>
            <a:off x="0" y="-22412"/>
            <a:ext cx="12192000" cy="345141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4F9029B3-8ACB-4DA6-8B38-84F0BF72C1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7701" y="3552092"/>
            <a:ext cx="3401786" cy="254390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2"/>
                </a:solidFill>
              </a:defRPr>
            </a:lvl2pPr>
            <a:lvl3pPr marL="914400" indent="0" algn="ctr">
              <a:buNone/>
              <a:defRPr>
                <a:solidFill>
                  <a:schemeClr val="tx2"/>
                </a:solidFill>
              </a:defRPr>
            </a:lvl3pPr>
            <a:lvl4pPr marL="1371600" indent="0" algn="ctr">
              <a:buNone/>
              <a:defRPr>
                <a:solidFill>
                  <a:schemeClr val="tx2"/>
                </a:solidFill>
              </a:defRPr>
            </a:lvl4pPr>
            <a:lvl5pPr marL="1828800" indent="0" algn="ctr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63E96DD9-23FE-4274-871B-8090D2AFC0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7701" y="2903493"/>
            <a:ext cx="3401786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9D13D5C4-6C9E-4D1D-96DD-B8EF2FDF6C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84814" y="3552091"/>
            <a:ext cx="3401786" cy="254390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2"/>
                </a:solidFill>
              </a:defRPr>
            </a:lvl2pPr>
            <a:lvl3pPr marL="914400" indent="0" algn="ctr">
              <a:buNone/>
              <a:defRPr>
                <a:solidFill>
                  <a:schemeClr val="tx2"/>
                </a:solidFill>
              </a:defRPr>
            </a:lvl3pPr>
            <a:lvl4pPr marL="1371600" indent="0" algn="ctr">
              <a:buNone/>
              <a:defRPr>
                <a:solidFill>
                  <a:schemeClr val="tx2"/>
                </a:solidFill>
              </a:defRPr>
            </a:lvl4pPr>
            <a:lvl5pPr marL="1828800" indent="0" algn="ctr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9F3355B-5E31-43C0-9781-30094D500D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4814" y="2903493"/>
            <a:ext cx="3401786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C3A7A526-1EE6-43D1-964C-AAB9394FA1B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42514" y="3552091"/>
            <a:ext cx="3401786" cy="254390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2"/>
                </a:solidFill>
              </a:defRPr>
            </a:lvl2pPr>
            <a:lvl3pPr marL="914400" indent="0" algn="ctr">
              <a:buNone/>
              <a:defRPr>
                <a:solidFill>
                  <a:schemeClr val="tx2"/>
                </a:solidFill>
              </a:defRPr>
            </a:lvl3pPr>
            <a:lvl4pPr marL="1371600" indent="0" algn="ctr">
              <a:buNone/>
              <a:defRPr>
                <a:solidFill>
                  <a:schemeClr val="tx2"/>
                </a:solidFill>
              </a:defRPr>
            </a:lvl4pPr>
            <a:lvl5pPr marL="1828800" indent="0" algn="ctr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F63AA15-9684-451F-9ED1-3BD417A4E3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2514" y="2903493"/>
            <a:ext cx="3401786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02E5A-990C-9AED-240A-A49B0E2A58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224" y="528885"/>
            <a:ext cx="10887076" cy="56832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Slide’s Title Goes Over Here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1999760-CDBE-52A6-796E-AE8143C57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6744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3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DDFA62-69AE-429B-5563-1E1E5C773EE5}"/>
              </a:ext>
            </a:extLst>
          </p:cNvPr>
          <p:cNvSpPr/>
          <p:nvPr userDrawn="1"/>
        </p:nvSpPr>
        <p:spPr>
          <a:xfrm>
            <a:off x="0" y="-22412"/>
            <a:ext cx="12192000" cy="345141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02E5A-990C-9AED-240A-A49B0E2A58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224" y="528885"/>
            <a:ext cx="10887076" cy="56832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Slide’s Title Goes Over Here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DDD9D9D-C83A-ABC4-52E5-BEE50D369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583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3Columns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94556E-93CA-44E0-7287-EB779D291266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EC5F5D6-239D-42E9-B2CB-DBDA08169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0" y="2941983"/>
            <a:ext cx="3200400" cy="311312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9F0E343-6F9B-4CE0-82F4-EFF6BA8673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2936" y="1998471"/>
            <a:ext cx="3200400" cy="795130"/>
          </a:xfrm>
          <a:solidFill>
            <a:schemeClr val="accent3">
              <a:alpha val="6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79A81A1-1BD3-454F-988C-3076C92551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5800" y="2941983"/>
            <a:ext cx="3200400" cy="311312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19AD2D46-7F60-4477-AB15-8679D136EF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1036" y="1998471"/>
            <a:ext cx="3200400" cy="795130"/>
          </a:xfrm>
          <a:solidFill>
            <a:schemeClr val="accent4">
              <a:alpha val="6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4656967-2CDB-4943-AA75-80D72BD2EE4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3900" y="2941983"/>
            <a:ext cx="3200400" cy="311312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F5F0545-2D61-48D2-BAEE-E49EE43EA8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39136" y="1998471"/>
            <a:ext cx="3200400" cy="795130"/>
          </a:xfrm>
          <a:solidFill>
            <a:schemeClr val="accent2">
              <a:alpha val="6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A89E4A-C84F-D6AB-160F-E9188C13E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8DD99-8BE0-0E27-DF43-08E643FF34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C68B02-0228-0CCC-39F5-094E576351A0}"/>
              </a:ext>
            </a:extLst>
          </p:cNvPr>
          <p:cNvCxnSpPr>
            <a:cxnSpLocks/>
          </p:cNvCxnSpPr>
          <p:nvPr userDrawn="1"/>
        </p:nvCxnSpPr>
        <p:spPr>
          <a:xfrm>
            <a:off x="4174103" y="1998471"/>
            <a:ext cx="0" cy="405664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9C823D-EC27-CD33-EE31-1A11FD4DB671}"/>
              </a:ext>
            </a:extLst>
          </p:cNvPr>
          <p:cNvCxnSpPr>
            <a:cxnSpLocks/>
          </p:cNvCxnSpPr>
          <p:nvPr userDrawn="1"/>
        </p:nvCxnSpPr>
        <p:spPr>
          <a:xfrm>
            <a:off x="8031811" y="1998471"/>
            <a:ext cx="0" cy="405664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10B0A3-5DE8-3B53-4C95-4D970AE71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8245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3Columns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EC5F5D6-239D-42E9-B2CB-DBDA08169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0" y="2941983"/>
            <a:ext cx="3200400" cy="311312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9F0E343-6F9B-4CE0-82F4-EFF6BA8673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2936" y="1998471"/>
            <a:ext cx="3200400" cy="795130"/>
          </a:xfrm>
          <a:solidFill>
            <a:schemeClr val="accent3">
              <a:alpha val="6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79A81A1-1BD3-454F-988C-3076C92551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5800" y="2941983"/>
            <a:ext cx="3200400" cy="311312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19AD2D46-7F60-4477-AB15-8679D136EF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1036" y="1998471"/>
            <a:ext cx="3200400" cy="795130"/>
          </a:xfrm>
          <a:solidFill>
            <a:schemeClr val="accent4">
              <a:alpha val="6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4656967-2CDB-4943-AA75-80D72BD2EE4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3900" y="2941983"/>
            <a:ext cx="3200400" cy="311312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F5F0545-2D61-48D2-BAEE-E49EE43EA8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39136" y="1998471"/>
            <a:ext cx="3200400" cy="795130"/>
          </a:xfrm>
          <a:solidFill>
            <a:schemeClr val="accent2">
              <a:alpha val="6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A89E4A-C84F-D6AB-160F-E9188C13E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8DD99-8BE0-0E27-DF43-08E643FF34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C68B02-0228-0CCC-39F5-094E576351A0}"/>
              </a:ext>
            </a:extLst>
          </p:cNvPr>
          <p:cNvCxnSpPr>
            <a:cxnSpLocks/>
          </p:cNvCxnSpPr>
          <p:nvPr userDrawn="1"/>
        </p:nvCxnSpPr>
        <p:spPr>
          <a:xfrm>
            <a:off x="4174103" y="1998471"/>
            <a:ext cx="0" cy="405664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9C823D-EC27-CD33-EE31-1A11FD4DB671}"/>
              </a:ext>
            </a:extLst>
          </p:cNvPr>
          <p:cNvCxnSpPr>
            <a:cxnSpLocks/>
          </p:cNvCxnSpPr>
          <p:nvPr userDrawn="1"/>
        </p:nvCxnSpPr>
        <p:spPr>
          <a:xfrm>
            <a:off x="8031811" y="1998471"/>
            <a:ext cx="0" cy="405664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10B0A3-5DE8-3B53-4C95-4D970AE71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0147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4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AFC334-0B68-2203-9AAC-005036B2F4A2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BA2436-64DA-4838-9E56-473E203998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700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91CCC28-9750-4E81-BD2F-AC5A067ABA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7700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1DE8CFF-35AF-4F26-BE9E-9C01C2E5C5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7700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3396870-290E-4DB5-921A-C8814822E6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579428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051877-CA28-4B2A-90EB-D46CC182D8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11156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655BF87D-8B74-47DD-836E-432A13F072C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42883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89EB0BB-F7A4-4CFA-90FF-29A494B6EC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72644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A87C28-EC12-41F9-AB2F-019E6466B4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72644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9CFC437-B25D-4DF9-8EB3-0E6205EA36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97588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4CDD697-8FFD-4229-A9BE-438F225587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7588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8560D77-F22C-4AC9-B231-F2FA13CD3CF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431761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D284111F-1444-4027-91EB-C8248DDA896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1761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494B91-EBC8-4EB5-B120-5D627A6C6724}"/>
              </a:ext>
            </a:extLst>
          </p:cNvPr>
          <p:cNvSpPr/>
          <p:nvPr userDrawn="1"/>
        </p:nvSpPr>
        <p:spPr>
          <a:xfrm>
            <a:off x="2246409" y="2011440"/>
            <a:ext cx="590668" cy="5906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25482E-DBEC-4A8E-8AB0-E24629BFF7E0}"/>
              </a:ext>
            </a:extLst>
          </p:cNvPr>
          <p:cNvSpPr/>
          <p:nvPr userDrawn="1"/>
        </p:nvSpPr>
        <p:spPr>
          <a:xfrm>
            <a:off x="5194161" y="2011440"/>
            <a:ext cx="590668" cy="5906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E4828A-79F6-461F-8A06-D938894CBF13}"/>
              </a:ext>
            </a:extLst>
          </p:cNvPr>
          <p:cNvSpPr/>
          <p:nvPr userDrawn="1"/>
        </p:nvSpPr>
        <p:spPr>
          <a:xfrm>
            <a:off x="8120397" y="2011440"/>
            <a:ext cx="590668" cy="590668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7B09BE-02DC-40BF-881D-60342EB3DA70}"/>
              </a:ext>
            </a:extLst>
          </p:cNvPr>
          <p:cNvSpPr/>
          <p:nvPr userDrawn="1"/>
        </p:nvSpPr>
        <p:spPr>
          <a:xfrm>
            <a:off x="11046633" y="2011440"/>
            <a:ext cx="590668" cy="59066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1A81E-338A-B3D3-9801-3D7A2F820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D52C7-8042-4D29-03F3-77107F9AB42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42F2B081-E700-E314-1E65-5B5500845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4576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4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BA2436-64DA-4838-9E56-473E203998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700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91CCC28-9750-4E81-BD2F-AC5A067ABA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7700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1DE8CFF-35AF-4F26-BE9E-9C01C2E5C5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7700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3396870-290E-4DB5-921A-C8814822E6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579428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051877-CA28-4B2A-90EB-D46CC182D8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11156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655BF87D-8B74-47DD-836E-432A13F072C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42883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89EB0BB-F7A4-4CFA-90FF-29A494B6EC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72644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A87C28-EC12-41F9-AB2F-019E6466B4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72644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9CFC437-B25D-4DF9-8EB3-0E6205EA36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97588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4CDD697-8FFD-4229-A9BE-438F225587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7588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8560D77-F22C-4AC9-B231-F2FA13CD3CF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431761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D284111F-1444-4027-91EB-C8248DDA896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1761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494B91-EBC8-4EB5-B120-5D627A6C6724}"/>
              </a:ext>
            </a:extLst>
          </p:cNvPr>
          <p:cNvSpPr/>
          <p:nvPr userDrawn="1"/>
        </p:nvSpPr>
        <p:spPr>
          <a:xfrm>
            <a:off x="2246409" y="2011440"/>
            <a:ext cx="590668" cy="5906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25482E-DBEC-4A8E-8AB0-E24629BFF7E0}"/>
              </a:ext>
            </a:extLst>
          </p:cNvPr>
          <p:cNvSpPr/>
          <p:nvPr userDrawn="1"/>
        </p:nvSpPr>
        <p:spPr>
          <a:xfrm>
            <a:off x="5194161" y="2011440"/>
            <a:ext cx="590668" cy="5906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E4828A-79F6-461F-8A06-D938894CBF13}"/>
              </a:ext>
            </a:extLst>
          </p:cNvPr>
          <p:cNvSpPr/>
          <p:nvPr userDrawn="1"/>
        </p:nvSpPr>
        <p:spPr>
          <a:xfrm>
            <a:off x="8120397" y="2011440"/>
            <a:ext cx="590668" cy="590668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7B09BE-02DC-40BF-881D-60342EB3DA70}"/>
              </a:ext>
            </a:extLst>
          </p:cNvPr>
          <p:cNvSpPr/>
          <p:nvPr userDrawn="1"/>
        </p:nvSpPr>
        <p:spPr>
          <a:xfrm>
            <a:off x="11046633" y="2011440"/>
            <a:ext cx="590668" cy="59066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1A81E-338A-B3D3-9801-3D7A2F820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D52C7-8042-4D29-03F3-77107F9AB42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42F2B081-E700-E314-1E65-5B5500845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3339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324E1-65FE-DDDE-6F03-D33055CE3D41}"/>
              </a:ext>
            </a:extLst>
          </p:cNvPr>
          <p:cNvSpPr/>
          <p:nvPr userDrawn="1"/>
        </p:nvSpPr>
        <p:spPr>
          <a:xfrm>
            <a:off x="0" y="1319377"/>
            <a:ext cx="3265254" cy="50821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BA7DAE-1AD3-2DBD-FC2C-8CCAFF072C21}"/>
              </a:ext>
            </a:extLst>
          </p:cNvPr>
          <p:cNvSpPr/>
          <p:nvPr userDrawn="1"/>
        </p:nvSpPr>
        <p:spPr>
          <a:xfrm>
            <a:off x="0" y="-22412"/>
            <a:ext cx="12192000" cy="134178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D487A2-8B90-9571-540F-1BC3EEED8B79}"/>
              </a:ext>
            </a:extLst>
          </p:cNvPr>
          <p:cNvCxnSpPr>
            <a:cxnSpLocks/>
          </p:cNvCxnSpPr>
          <p:nvPr userDrawn="1"/>
        </p:nvCxnSpPr>
        <p:spPr>
          <a:xfrm>
            <a:off x="9076886" y="1463041"/>
            <a:ext cx="0" cy="4075582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7187FA-632F-6EAF-3465-08FF3D20E6C4}"/>
              </a:ext>
            </a:extLst>
          </p:cNvPr>
          <p:cNvGrpSpPr/>
          <p:nvPr userDrawn="1"/>
        </p:nvGrpSpPr>
        <p:grpSpPr>
          <a:xfrm>
            <a:off x="9687346" y="495989"/>
            <a:ext cx="2504653" cy="301682"/>
            <a:chOff x="5617403" y="1474538"/>
            <a:chExt cx="2210712" cy="301682"/>
          </a:xfrm>
          <a:solidFill>
            <a:schemeClr val="bg1"/>
          </a:solidFill>
        </p:grpSpPr>
        <p:sp>
          <p:nvSpPr>
            <p:cNvPr id="18" name="Content Placeholder 6">
              <a:extLst>
                <a:ext uri="{FF2B5EF4-FFF2-40B4-BE49-F238E27FC236}">
                  <a16:creationId xmlns:a16="http://schemas.microsoft.com/office/drawing/2014/main" id="{3F06BAE4-DBE2-0054-1726-0BDC3A26BF94}"/>
                </a:ext>
              </a:extLst>
            </p:cNvPr>
            <p:cNvSpPr txBox="1">
              <a:spLocks/>
            </p:cNvSpPr>
            <p:nvPr/>
          </p:nvSpPr>
          <p:spPr>
            <a:xfrm>
              <a:off x="5617403" y="1474538"/>
              <a:ext cx="2210712" cy="301682"/>
            </a:xfrm>
            <a:prstGeom prst="rect">
              <a:avLst/>
            </a:prstGeom>
            <a:solidFill>
              <a:schemeClr val="accent4"/>
            </a:solidFill>
            <a:effectLst>
              <a:outerShdw sx="1000" sy="1000" algn="ctr" rotWithShape="0">
                <a:srgbClr val="000000"/>
              </a:outerShdw>
            </a:effectLst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marL="0" indent="0" algn="ctr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Text Placeholder 4">
              <a:extLst>
                <a:ext uri="{FF2B5EF4-FFF2-40B4-BE49-F238E27FC236}">
                  <a16:creationId xmlns:a16="http://schemas.microsoft.com/office/drawing/2014/main" id="{A9B265A9-DA9B-B79E-5044-A47F3BB88468}"/>
                </a:ext>
              </a:extLst>
            </p:cNvPr>
            <p:cNvSpPr txBox="1">
              <a:spLocks/>
            </p:cNvSpPr>
            <p:nvPr/>
          </p:nvSpPr>
          <p:spPr>
            <a:xfrm>
              <a:off x="5841878" y="1501401"/>
              <a:ext cx="1761763" cy="247957"/>
            </a:xfrm>
            <a:prstGeom prst="rect">
              <a:avLst/>
            </a:prstGeom>
            <a:solidFill>
              <a:srgbClr val="1D86FE"/>
            </a:solidFill>
            <a:effectLst>
              <a:outerShdw sx="1000" sy="1000" algn="ctr" rotWithShape="0">
                <a:srgbClr val="000000"/>
              </a:outerShdw>
            </a:effectLst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Montserrat" panose="00000500000000000000" pitchFamily="50" charset="0"/>
                </a:rPr>
                <a:t>CASE STUDY</a:t>
              </a:r>
              <a:endParaRPr lang="en-US" sz="1200" b="1" dirty="0">
                <a:solidFill>
                  <a:schemeClr val="bg1"/>
                </a:solidFill>
                <a:latin typeface="Montserrat" panose="00000500000000000000" pitchFamily="50" charset="0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E5C88EC1-13D6-C75D-7B49-38095FDC9D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9557" y="380595"/>
            <a:ext cx="998513" cy="163935"/>
          </a:xfrm>
          <a:prstGeom prst="rect">
            <a:avLst/>
          </a:prstGeom>
        </p:spPr>
      </p:pic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BDEB8DB-2A38-C83A-A104-AB42A687BF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1536" y="550273"/>
            <a:ext cx="8804275" cy="598488"/>
          </a:xfrm>
        </p:spPr>
        <p:txBody>
          <a:bodyPr/>
          <a:lstStyle>
            <a:lvl1pPr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CASE STUDY EXAMPLE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7C879DC7-F77A-09DD-2B94-DEFDBFF4366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63252" y="1463041"/>
            <a:ext cx="2909931" cy="4075582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87232B-1B3D-C77F-5D0B-B77EA1ABF5A0}"/>
              </a:ext>
            </a:extLst>
          </p:cNvPr>
          <p:cNvSpPr/>
          <p:nvPr userDrawn="1"/>
        </p:nvSpPr>
        <p:spPr>
          <a:xfrm>
            <a:off x="2973" y="1319280"/>
            <a:ext cx="116089" cy="5077168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6A3C3D1-FEEA-F927-4FE2-6DE96E2AA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9309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_3Columns_Decor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CAFAD57-947B-5154-4E88-B9EB1AB82637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DF636FB-2F0B-F673-4E9B-85BDF438DE1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B8D188E-D57C-F5F4-502B-A5C6993270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699" y="2014691"/>
            <a:ext cx="3476625" cy="471334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BF3A30-F601-DC47-A764-30663C8DE6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7681" y="2014692"/>
            <a:ext cx="3476625" cy="471334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B2C141C-85CC-6C2A-9D47-7307F63CAA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7665" y="2014691"/>
            <a:ext cx="3476625" cy="471334"/>
          </a:xfrm>
          <a:noFill/>
        </p:spPr>
        <p:txBody>
          <a:bodyPr anchor="ctr">
            <a:normAutofit fontScale="92500"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C10B3539-56BC-AD56-594F-785350CA24D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7699" y="2685212"/>
            <a:ext cx="3476624" cy="351114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601E058-D93B-CC12-6B47-45B2C7CEFCA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57680" y="2685212"/>
            <a:ext cx="3476624" cy="351114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192AAB8-1017-99D3-3CD5-61722CD845A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67665" y="2685210"/>
            <a:ext cx="3476625" cy="351114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2318133C-8067-C90A-2D44-68762613A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8780565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CBE315D5-E26E-5F85-E242-6488DEF515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6924"/>
            <a:ext cx="8780565" cy="551012"/>
          </a:xfrm>
        </p:spPr>
        <p:txBody>
          <a:bodyPr anchor="ctr">
            <a:normAutofit fontScale="92500" lnSpcReduction="10000"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Your Slide’s Sub-Title Goes Over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06181D-ACC1-084B-166A-4ACFE47F1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1713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CoverSlide_Swirl"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90000">
              <a:schemeClr val="bg1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F767AF3-F40A-AD01-6E31-D772005430F7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-585"/>
          <a:stretch>
            <a:fillRect/>
          </a:stretch>
        </p:blipFill>
        <p:spPr>
          <a:xfrm>
            <a:off x="6689659" y="787179"/>
            <a:ext cx="5502342" cy="607223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1D00505-52E9-822B-18AD-9670AF5C6D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1139" y="6099941"/>
            <a:ext cx="2844818" cy="4761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450C5A-670C-489B-BA6F-B90AFAA7C8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1221"/>
            <a:ext cx="9144000" cy="1096613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Your Presentation’s 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5A796-2042-41B2-9FD4-19A60450B7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66310"/>
            <a:ext cx="9144000" cy="184621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Your Presentation’s Sub-Title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011551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CoverSlide_NoSwirl"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90000">
              <a:schemeClr val="bg1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50C5A-670C-489B-BA6F-B90AFAA7C8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1221"/>
            <a:ext cx="9144000" cy="1096613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 dirty="0"/>
              <a:t>Your Presentation’s 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5A796-2042-41B2-9FD4-19A60450B7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89598"/>
            <a:ext cx="9144000" cy="162292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Your Presentation’s Sub-Title Goes Here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F4DDB17-AA18-AAB8-2797-29B3C139F2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01139" y="6099941"/>
            <a:ext cx="2844818" cy="47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13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6D3B9F-1246-C22C-3CFD-8FC29C6A666C}"/>
              </a:ext>
            </a:extLst>
          </p:cNvPr>
          <p:cNvSpPr/>
          <p:nvPr userDrawn="1"/>
        </p:nvSpPr>
        <p:spPr>
          <a:xfrm>
            <a:off x="0" y="4074760"/>
            <a:ext cx="12192000" cy="27880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23E3F-4C8D-4F48-8F99-5C8D909DB035}"/>
              </a:ext>
            </a:extLst>
          </p:cNvPr>
          <p:cNvSpPr/>
          <p:nvPr userDrawn="1"/>
        </p:nvSpPr>
        <p:spPr>
          <a:xfrm>
            <a:off x="651434" y="0"/>
            <a:ext cx="5450541" cy="6858001"/>
          </a:xfrm>
          <a:prstGeom prst="rect">
            <a:avLst/>
          </a:prstGeom>
          <a:solidFill>
            <a:schemeClr val="accent4">
              <a:alpha val="6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450C5A-670C-489B-BA6F-B90AFAA7C8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13183" y="4294155"/>
            <a:ext cx="4544667" cy="2349233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Your Transition’s Title Goes Here</a:t>
            </a:r>
          </a:p>
        </p:txBody>
      </p:sp>
      <p:sp>
        <p:nvSpPr>
          <p:cNvPr id="10" name="Text Placeholder 79">
            <a:extLst>
              <a:ext uri="{FF2B5EF4-FFF2-40B4-BE49-F238E27FC236}">
                <a16:creationId xmlns:a16="http://schemas.microsoft.com/office/drawing/2014/main" id="{60E7F012-FD3F-0833-F207-85EFDC110C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56" y="309563"/>
            <a:ext cx="2377094" cy="2600325"/>
          </a:xfrm>
        </p:spPr>
        <p:txBody>
          <a:bodyPr>
            <a:noAutofit/>
          </a:bodyPr>
          <a:lstStyle>
            <a:lvl1pPr marL="0" indent="0" algn="r">
              <a:lnSpc>
                <a:spcPct val="90000"/>
              </a:lnSpc>
              <a:buNone/>
              <a:defRPr sz="200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B2F012-1748-0BE7-075A-AD9521EED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8032" y="446260"/>
            <a:ext cx="2794000" cy="5461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B5CDD98-6AF2-7EA9-B876-EB4EE7A053A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532"/>
          <a:stretch>
            <a:fillRect/>
          </a:stretch>
        </p:blipFill>
        <p:spPr>
          <a:xfrm>
            <a:off x="1400483" y="2099144"/>
            <a:ext cx="4695517" cy="47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477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6D3B9F-1246-C22C-3CFD-8FC29C6A666C}"/>
              </a:ext>
            </a:extLst>
          </p:cNvPr>
          <p:cNvSpPr/>
          <p:nvPr userDrawn="1"/>
        </p:nvSpPr>
        <p:spPr>
          <a:xfrm>
            <a:off x="0" y="4074760"/>
            <a:ext cx="12192000" cy="27880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23E3F-4C8D-4F48-8F99-5C8D909DB035}"/>
              </a:ext>
            </a:extLst>
          </p:cNvPr>
          <p:cNvSpPr/>
          <p:nvPr userDrawn="1"/>
        </p:nvSpPr>
        <p:spPr>
          <a:xfrm>
            <a:off x="651434" y="0"/>
            <a:ext cx="5450541" cy="6858001"/>
          </a:xfrm>
          <a:prstGeom prst="rect">
            <a:avLst/>
          </a:prstGeom>
          <a:solidFill>
            <a:schemeClr val="accent3">
              <a:alpha val="6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Text Placeholder 79">
            <a:extLst>
              <a:ext uri="{FF2B5EF4-FFF2-40B4-BE49-F238E27FC236}">
                <a16:creationId xmlns:a16="http://schemas.microsoft.com/office/drawing/2014/main" id="{60E7F012-FD3F-0833-F207-85EFDC110C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56" y="309563"/>
            <a:ext cx="2377094" cy="2600325"/>
          </a:xfrm>
        </p:spPr>
        <p:txBody>
          <a:bodyPr>
            <a:noAutofit/>
          </a:bodyPr>
          <a:lstStyle>
            <a:lvl1pPr marL="0" indent="0" algn="r">
              <a:lnSpc>
                <a:spcPct val="90000"/>
              </a:lnSpc>
              <a:buNone/>
              <a:defRPr sz="200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23756-1DD9-B570-F4BF-8BF41472E4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8032" y="446260"/>
            <a:ext cx="2794000" cy="5461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DF1F0D-306B-010E-95ED-E2B4D1976A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13183" y="4294155"/>
            <a:ext cx="4544667" cy="2349233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Your Transition’s Title Goes Here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8043720-2177-3A02-3D61-88A630F21F3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532"/>
          <a:stretch>
            <a:fillRect/>
          </a:stretch>
        </p:blipFill>
        <p:spPr>
          <a:xfrm>
            <a:off x="1400483" y="2099144"/>
            <a:ext cx="4695517" cy="47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_Dark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B978D8-2DC6-B69C-6923-B1863DE18744}"/>
              </a:ext>
            </a:extLst>
          </p:cNvPr>
          <p:cNvSpPr/>
          <p:nvPr userDrawn="1"/>
        </p:nvSpPr>
        <p:spPr>
          <a:xfrm>
            <a:off x="0" y="4074760"/>
            <a:ext cx="12192000" cy="27880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23E3F-4C8D-4F48-8F99-5C8D909DB035}"/>
              </a:ext>
            </a:extLst>
          </p:cNvPr>
          <p:cNvSpPr/>
          <p:nvPr/>
        </p:nvSpPr>
        <p:spPr>
          <a:xfrm>
            <a:off x="651434" y="0"/>
            <a:ext cx="5450541" cy="6858001"/>
          </a:xfrm>
          <a:prstGeom prst="rect">
            <a:avLst/>
          </a:prstGeom>
          <a:solidFill>
            <a:schemeClr val="accent2">
              <a:alpha val="6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8A62EA68-D2C8-4403-8BC4-6A22B21D53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56" y="309563"/>
            <a:ext cx="2377094" cy="2600325"/>
          </a:xfrm>
        </p:spPr>
        <p:txBody>
          <a:bodyPr>
            <a:noAutofit/>
          </a:bodyPr>
          <a:lstStyle>
            <a:lvl1pPr marL="0" indent="0" algn="r">
              <a:lnSpc>
                <a:spcPct val="90000"/>
              </a:lnSpc>
              <a:buNone/>
              <a:defRPr sz="20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5A9042-DB36-7E38-2BA1-45A92E991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8032" y="446260"/>
            <a:ext cx="2794000" cy="5461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4FF7D0B-A2A3-ECA0-0A4A-DE4FD34BC8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13183" y="4294155"/>
            <a:ext cx="4544667" cy="2349233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Your Transition’s Title Goes Here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A4EBED7-F313-C192-F81B-92BCF0979330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532"/>
          <a:stretch>
            <a:fillRect/>
          </a:stretch>
        </p:blipFill>
        <p:spPr>
          <a:xfrm>
            <a:off x="1400483" y="2099144"/>
            <a:ext cx="4695517" cy="47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240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_Light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B978D8-2DC6-B69C-6923-B1863DE18744}"/>
              </a:ext>
            </a:extLst>
          </p:cNvPr>
          <p:cNvSpPr/>
          <p:nvPr userDrawn="1"/>
        </p:nvSpPr>
        <p:spPr>
          <a:xfrm>
            <a:off x="0" y="4074760"/>
            <a:ext cx="12192000" cy="27880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23E3F-4C8D-4F48-8F99-5C8D909DB035}"/>
              </a:ext>
            </a:extLst>
          </p:cNvPr>
          <p:cNvSpPr/>
          <p:nvPr/>
        </p:nvSpPr>
        <p:spPr>
          <a:xfrm>
            <a:off x="651434" y="0"/>
            <a:ext cx="5450541" cy="6858001"/>
          </a:xfrm>
          <a:prstGeom prst="rect">
            <a:avLst/>
          </a:prstGeom>
          <a:solidFill>
            <a:schemeClr val="accent2">
              <a:lumMod val="20000"/>
              <a:lumOff val="8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8A62EA68-D2C8-4403-8BC4-6A22B21D53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56" y="309563"/>
            <a:ext cx="2377094" cy="2600325"/>
          </a:xfrm>
        </p:spPr>
        <p:txBody>
          <a:bodyPr>
            <a:noAutofit/>
          </a:bodyPr>
          <a:lstStyle>
            <a:lvl1pPr marL="0" indent="0" algn="r">
              <a:lnSpc>
                <a:spcPct val="90000"/>
              </a:lnSpc>
              <a:buNone/>
              <a:defRPr sz="20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D771A6-F60E-00FF-0770-A7EE3170C5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8032" y="446260"/>
            <a:ext cx="2794000" cy="5461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48626B3-1F84-1EA3-8AC7-AEFCB64D3C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13183" y="4294155"/>
            <a:ext cx="4544667" cy="2349233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Your Transition’s Title Goes Here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8C363F0-7266-2DA2-EB39-11183A5EB8D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532"/>
          <a:stretch>
            <a:fillRect/>
          </a:stretch>
        </p:blipFill>
        <p:spPr>
          <a:xfrm>
            <a:off x="1400483" y="2099144"/>
            <a:ext cx="4695517" cy="47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9246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1A41BC-049F-BDD9-433F-14BF57B0372F}"/>
              </a:ext>
            </a:extLst>
          </p:cNvPr>
          <p:cNvSpPr/>
          <p:nvPr userDrawn="1"/>
        </p:nvSpPr>
        <p:spPr>
          <a:xfrm>
            <a:off x="0" y="4074760"/>
            <a:ext cx="12192000" cy="27880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23E3F-4C8D-4F48-8F99-5C8D909DB035}"/>
              </a:ext>
            </a:extLst>
          </p:cNvPr>
          <p:cNvSpPr/>
          <p:nvPr userDrawn="1"/>
        </p:nvSpPr>
        <p:spPr>
          <a:xfrm>
            <a:off x="645459" y="-1"/>
            <a:ext cx="5450541" cy="6858001"/>
          </a:xfrm>
          <a:prstGeom prst="rect">
            <a:avLst/>
          </a:prstGeom>
          <a:solidFill>
            <a:srgbClr val="596060">
              <a:alpha val="4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8A62EA68-D2C8-4403-8BC4-6A22B21D53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56" y="309563"/>
            <a:ext cx="2377094" cy="2600325"/>
          </a:xfrm>
        </p:spPr>
        <p:txBody>
          <a:bodyPr>
            <a:noAutofit/>
          </a:bodyPr>
          <a:lstStyle>
            <a:lvl1pPr marL="0" indent="0" algn="r">
              <a:lnSpc>
                <a:spcPct val="90000"/>
              </a:lnSpc>
              <a:buNone/>
              <a:defRPr sz="20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536535-1252-3A61-D3FB-833506ED31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8032" y="446260"/>
            <a:ext cx="2794000" cy="5461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013283-CDE5-A8E0-3E68-CA9E5FBD83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13183" y="4294155"/>
            <a:ext cx="4544667" cy="2349233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Your Transition’s Title Goes Here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5AF6957-DF6C-14B2-1010-9B37ADCFC0BC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532"/>
          <a:stretch>
            <a:fillRect/>
          </a:stretch>
        </p:blipFill>
        <p:spPr>
          <a:xfrm>
            <a:off x="1400483" y="2099144"/>
            <a:ext cx="4695517" cy="47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0964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ransition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B978D8-2DC6-B69C-6923-B1863DE18744}"/>
              </a:ext>
            </a:extLst>
          </p:cNvPr>
          <p:cNvSpPr/>
          <p:nvPr userDrawn="1"/>
        </p:nvSpPr>
        <p:spPr>
          <a:xfrm>
            <a:off x="0" y="4074760"/>
            <a:ext cx="12192000" cy="278802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66B321A-AE8E-36CF-5AEC-465D47BDDC5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>
            <a:off x="1400483" y="2099144"/>
            <a:ext cx="4695517" cy="476364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8723E3F-4C8D-4F48-8F99-5C8D909DB035}"/>
              </a:ext>
            </a:extLst>
          </p:cNvPr>
          <p:cNvSpPr/>
          <p:nvPr/>
        </p:nvSpPr>
        <p:spPr>
          <a:xfrm>
            <a:off x="651434" y="0"/>
            <a:ext cx="5450541" cy="6858001"/>
          </a:xfrm>
          <a:prstGeom prst="rect">
            <a:avLst/>
          </a:prstGeom>
          <a:solidFill>
            <a:schemeClr val="accent1">
              <a:lumMod val="20000"/>
              <a:lumOff val="8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AF0BE8-B7E9-4580-AD39-7E0A9438C29F}"/>
              </a:ext>
            </a:extLst>
          </p:cNvPr>
          <p:cNvCxnSpPr>
            <a:cxnSpLocks/>
          </p:cNvCxnSpPr>
          <p:nvPr/>
        </p:nvCxnSpPr>
        <p:spPr>
          <a:xfrm>
            <a:off x="1539776" y="5726871"/>
            <a:ext cx="380402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>
            <a:extLst>
              <a:ext uri="{FF2B5EF4-FFF2-40B4-BE49-F238E27FC236}">
                <a16:creationId xmlns:a16="http://schemas.microsoft.com/office/drawing/2014/main" id="{3BF5DB33-DB03-464A-B627-9630482B5AD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3183" y="5933827"/>
            <a:ext cx="4544667" cy="64959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Transition’s Sub-Title Goes Over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76F16-4663-5362-DE7A-4513107E34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38032" y="446260"/>
            <a:ext cx="2794000" cy="546100"/>
          </a:xfrm>
          <a:prstGeom prst="rect">
            <a:avLst/>
          </a:prstGeom>
        </p:spPr>
      </p:pic>
      <p:sp>
        <p:nvSpPr>
          <p:cNvPr id="3" name="Text Placeholder 79">
            <a:extLst>
              <a:ext uri="{FF2B5EF4-FFF2-40B4-BE49-F238E27FC236}">
                <a16:creationId xmlns:a16="http://schemas.microsoft.com/office/drawing/2014/main" id="{08AED172-5C87-2A4A-9845-38A2DFECAB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56" y="309563"/>
            <a:ext cx="2377094" cy="2600325"/>
          </a:xfrm>
        </p:spPr>
        <p:txBody>
          <a:bodyPr>
            <a:noAutofit/>
          </a:bodyPr>
          <a:lstStyle>
            <a:lvl1pPr marL="0" indent="0" algn="r">
              <a:lnSpc>
                <a:spcPct val="90000"/>
              </a:lnSpc>
              <a:buNone/>
              <a:defRPr sz="20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81A339B-03F5-9FF6-E60E-189B38320A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13183" y="4294156"/>
            <a:ext cx="4544667" cy="1244496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Your Transition’s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0741684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RightDec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A0815C-6956-D758-1623-6FCEF9C61128}"/>
              </a:ext>
            </a:extLst>
          </p:cNvPr>
          <p:cNvSpPr/>
          <p:nvPr userDrawn="1"/>
        </p:nvSpPr>
        <p:spPr>
          <a:xfrm rot="16200000">
            <a:off x="7538754" y="1753164"/>
            <a:ext cx="6406411" cy="290008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C5FA44E-8D3B-7726-737B-9C790E5664E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>
            <a:off x="9457965" y="3632709"/>
            <a:ext cx="2734036" cy="27737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CBDF45-5062-4444-A0CE-24D3BCBA6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2"/>
            <a:ext cx="7994496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EA41A64-9B5D-4C3F-981F-9D2316DCD8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2" y="1092816"/>
            <a:ext cx="7994496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FF78F-7135-787D-5FEB-C7402E298C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699" y="2075290"/>
            <a:ext cx="7994496" cy="4046728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4A4BAA-9A58-6AD6-D801-6C741DBEB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4248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A0815C-6956-D758-1623-6FCEF9C61128}"/>
              </a:ext>
            </a:extLst>
          </p:cNvPr>
          <p:cNvSpPr/>
          <p:nvPr userDrawn="1"/>
        </p:nvSpPr>
        <p:spPr>
          <a:xfrm rot="16200000">
            <a:off x="7007595" y="1222003"/>
            <a:ext cx="6406411" cy="39624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C139E9-F6AF-DE80-3BA4-6CB4049056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2"/>
            <a:ext cx="7198724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B68AE41-D364-5E10-9959-DC9E463D8F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2" y="1092816"/>
            <a:ext cx="7198724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B49FFC-C7F2-EE9D-F27C-3CAA4899D6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699" y="2075290"/>
            <a:ext cx="7198724" cy="4046728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95B470E-54FB-56CC-6865-25A3B4A65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97078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17F40E-E76E-DFD9-9FB2-4C48AB208965}"/>
              </a:ext>
            </a:extLst>
          </p:cNvPr>
          <p:cNvSpPr/>
          <p:nvPr userDrawn="1"/>
        </p:nvSpPr>
        <p:spPr>
          <a:xfrm>
            <a:off x="8234362" y="-29758"/>
            <a:ext cx="3957638" cy="643860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1C0208-F86A-56B0-718F-10E370C56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2"/>
            <a:ext cx="7198724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4B4A72B-3A71-56B4-33F6-33191A5659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2" y="1092816"/>
            <a:ext cx="7198724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15AD099-5F51-40E2-26CE-2214AF2BEE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699" y="2075290"/>
            <a:ext cx="7198724" cy="4046728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F311250-E922-B45D-96D1-A48A51A00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09509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17F40E-E76E-DFD9-9FB2-4C48AB208965}"/>
              </a:ext>
            </a:extLst>
          </p:cNvPr>
          <p:cNvSpPr/>
          <p:nvPr userDrawn="1"/>
        </p:nvSpPr>
        <p:spPr>
          <a:xfrm>
            <a:off x="8234362" y="-29758"/>
            <a:ext cx="3957638" cy="643860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185E63E-B9EC-5B0C-FF6E-2450A336A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8842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Decor_Title_Text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4BF6D6-DB84-9B75-3A62-2607532318E8}"/>
              </a:ext>
            </a:extLst>
          </p:cNvPr>
          <p:cNvSpPr/>
          <p:nvPr userDrawn="1"/>
        </p:nvSpPr>
        <p:spPr>
          <a:xfrm>
            <a:off x="0" y="-22412"/>
            <a:ext cx="6096000" cy="642843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98F9E-7CB5-45E7-9057-22AEACB541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4999401" cy="14755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92D1D-B2E6-44B4-9BB7-BCB4148532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699" y="2229474"/>
            <a:ext cx="5004164" cy="363606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CB9ED4-67AA-44B3-9E9C-78992A1B3CC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79096" y="583050"/>
            <a:ext cx="4865204" cy="5282491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s-419" dirty="0" err="1"/>
              <a:t>Add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9F385B7-2F2F-42FA-283A-E2D4AE83CD0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>
            <a:off x="3260036" y="3528914"/>
            <a:ext cx="2835964" cy="2877109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A6AB9D0-1D02-A160-1FF6-24DA5E972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590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Decor_Title_Text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4BF6D6-DB84-9B75-3A62-2607532318E8}"/>
              </a:ext>
            </a:extLst>
          </p:cNvPr>
          <p:cNvSpPr/>
          <p:nvPr userDrawn="1"/>
        </p:nvSpPr>
        <p:spPr>
          <a:xfrm>
            <a:off x="0" y="-22412"/>
            <a:ext cx="6096000" cy="642843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98F9E-7CB5-45E7-9057-22AEACB541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2486538"/>
            <a:ext cx="4999401" cy="14755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9F385B7-2F2F-42FA-283A-E2D4AE83CD0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>
            <a:off x="3260036" y="3528914"/>
            <a:ext cx="2835964" cy="287710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A13C474-99A7-2F6C-E4C9-AA595F8DE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6307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corTop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EF4056-551C-1DD0-53B8-939F4C4BC4AB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1817736-C2C4-954C-771A-3EE17B5434E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061AFC5F-FD2C-FFCA-AF3D-199DBEEF3F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10891838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8" name="Text Placeholder 39">
            <a:extLst>
              <a:ext uri="{FF2B5EF4-FFF2-40B4-BE49-F238E27FC236}">
                <a16:creationId xmlns:a16="http://schemas.microsoft.com/office/drawing/2014/main" id="{C8EDA2BE-BCA9-1895-C30E-BEADE5BBA3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6924"/>
            <a:ext cx="10891838" cy="551012"/>
          </a:xfrm>
        </p:spPr>
        <p:txBody>
          <a:bodyPr anchor="ctr">
            <a:normAutofit fontScale="92500" lnSpcReduction="10000"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Your Slide’s Sub-Title Goes Over Here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3B792BB-2346-B3CD-A9F4-188EC7C115A5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47700" y="2019631"/>
            <a:ext cx="10891838" cy="4113540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CA1C7B4-AEA5-6E78-CA44-F6D43EC8C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77379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aphic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90843243-2B7D-432B-8740-145A410425B3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47700" y="2019631"/>
            <a:ext cx="10891838" cy="4113540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AECEFB-2132-9FCE-2EF2-4867AC455C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4F16132-353E-7E10-97B3-B68C53FFD7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C0EB563-554E-F6D2-1D5D-88233B3DD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5007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orTop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EF4056-551C-1DD0-53B8-939F4C4BC4AB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1817736-C2C4-954C-771A-3EE17B5434E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061AFC5F-FD2C-FFCA-AF3D-199DBEEF3F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10891838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8" name="Text Placeholder 39">
            <a:extLst>
              <a:ext uri="{FF2B5EF4-FFF2-40B4-BE49-F238E27FC236}">
                <a16:creationId xmlns:a16="http://schemas.microsoft.com/office/drawing/2014/main" id="{C8EDA2BE-BCA9-1895-C30E-BEADE5BBA3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6924"/>
            <a:ext cx="10891838" cy="551012"/>
          </a:xfrm>
        </p:spPr>
        <p:txBody>
          <a:bodyPr anchor="ctr">
            <a:normAutofit fontScale="92500" lnSpcReduction="10000"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Your Slide’s Sub-Title Goes Over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D2ACC22-8B20-7F55-7246-9993DCA38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013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8405A-3C83-BD1F-7DA2-9B2E359A19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FD6650B-F012-AF95-2E8F-5728443344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AE13DC4-481E-28D7-7E84-EDA4F4F99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92744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corTop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A77AE6-07BC-9F8F-0751-9077B1327680}"/>
              </a:ext>
            </a:extLst>
          </p:cNvPr>
          <p:cNvSpPr/>
          <p:nvPr userDrawn="1"/>
        </p:nvSpPr>
        <p:spPr>
          <a:xfrm>
            <a:off x="-1" y="-22413"/>
            <a:ext cx="12192001" cy="138965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1817736-C2C4-954C-771A-3EE17B5434E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0EAE05A-7B18-8781-2D59-F79166263CA7}"/>
              </a:ext>
            </a:extLst>
          </p:cNvPr>
          <p:cNvSpPr/>
          <p:nvPr userDrawn="1"/>
        </p:nvSpPr>
        <p:spPr>
          <a:xfrm>
            <a:off x="4898003" y="1367246"/>
            <a:ext cx="7293997" cy="5041505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491AADA7-7526-839A-2658-E1F6AB889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10891838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96130E3-22A9-4734-3FEE-AD025BC21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72409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corTop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A77AE6-07BC-9F8F-0751-9077B1327680}"/>
              </a:ext>
            </a:extLst>
          </p:cNvPr>
          <p:cNvSpPr/>
          <p:nvPr userDrawn="1"/>
        </p:nvSpPr>
        <p:spPr>
          <a:xfrm>
            <a:off x="-1" y="-22413"/>
            <a:ext cx="12192001" cy="138965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1817736-C2C4-954C-771A-3EE17B5434E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491AADA7-7526-839A-2658-E1F6AB889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10891838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2F3351-E2AE-069E-8E75-36996E97F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5984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D45572-5E63-8A43-86AA-F26A07389E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981C89-6678-E6C2-7CC1-7B8FC186D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4322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corTop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A77AE6-07BC-9F8F-0751-9077B1327680}"/>
              </a:ext>
            </a:extLst>
          </p:cNvPr>
          <p:cNvSpPr/>
          <p:nvPr userDrawn="1"/>
        </p:nvSpPr>
        <p:spPr>
          <a:xfrm>
            <a:off x="-1" y="-22413"/>
            <a:ext cx="12192001" cy="138965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1817736-C2C4-954C-771A-3EE17B5434E5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855D23A-83A0-185A-820B-CFA6A4295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78592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E49675-3ABE-6421-D6FF-FF707162C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65592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Slide_NoSwirl"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90000">
              <a:schemeClr val="bg1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922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CoverSlide_Swirl"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90000">
              <a:schemeClr val="bg1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F767AF3-F40A-AD01-6E31-D772005430F7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-585"/>
          <a:stretch>
            <a:fillRect/>
          </a:stretch>
        </p:blipFill>
        <p:spPr>
          <a:xfrm>
            <a:off x="6689659" y="787179"/>
            <a:ext cx="5502342" cy="60722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450C5A-670C-489B-BA6F-B90AFAA7C8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1221"/>
            <a:ext cx="9144000" cy="1096613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en-US"/>
              <a:t>Your Presentation’s 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5A796-2042-41B2-9FD4-19A60450B7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66310"/>
            <a:ext cx="9144000" cy="184621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Presentation’s Sub-Title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982195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Columns_Decor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422225-965D-87DE-264A-3EDDA67ABAB2}"/>
              </a:ext>
            </a:extLst>
          </p:cNvPr>
          <p:cNvSpPr/>
          <p:nvPr userDrawn="1"/>
        </p:nvSpPr>
        <p:spPr>
          <a:xfrm>
            <a:off x="-1" y="-22412"/>
            <a:ext cx="12192001" cy="185121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702AFA25-1CA6-8E16-785F-BB475AF429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00" y="2018372"/>
            <a:ext cx="4912534" cy="602165"/>
          </a:xfrm>
        </p:spPr>
        <p:txBody>
          <a:bodyPr anchor="ctr">
            <a:normAutofit/>
          </a:bodyPr>
          <a:lstStyle>
            <a:lvl1pPr algn="ctr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C0A5F28-59F4-6E3F-DAD8-8F7803AD40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31766" y="2018372"/>
            <a:ext cx="4912534" cy="602165"/>
          </a:xfrm>
        </p:spPr>
        <p:txBody>
          <a:bodyPr anchor="ctr"/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Title 4">
            <a:extLst>
              <a:ext uri="{FF2B5EF4-FFF2-40B4-BE49-F238E27FC236}">
                <a16:creationId xmlns:a16="http://schemas.microsoft.com/office/drawing/2014/main" id="{82BC2C44-8804-5334-F5CF-B5551063D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10891838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Two Columns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7D0CEB31-7947-95AE-F636-05E370158E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2462" y="1096924"/>
            <a:ext cx="10891838" cy="551012"/>
          </a:xfrm>
        </p:spPr>
        <p:txBody>
          <a:bodyPr anchor="ctr">
            <a:normAutofit fontScale="92500" lnSpcReduction="10000"/>
          </a:bodyPr>
          <a:lstStyle>
            <a:lvl1pPr>
              <a:buNone/>
              <a:defRPr lang="en-US" sz="18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2DE091-DD44-6681-51C5-B81702D73FA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EF73F3-2C2B-8F77-F29C-6D9F432040B5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018372"/>
            <a:ext cx="0" cy="41148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61ABFA8-26D2-75CF-C984-1913918FA2B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7700" y="2735248"/>
            <a:ext cx="4912534" cy="3397924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2BDF040-5E52-5B4B-8ABE-C9C45A14E42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31766" y="2735248"/>
            <a:ext cx="4912534" cy="3397924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BE120D1-461C-22B3-269E-F1D137E0D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8199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3CB47BD-083C-45C7-9D14-9E7B4A334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C4CB1AE0-3C8D-4899-9141-839223F4FC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1FFFE70B-EAB6-61C0-151B-A642162CF3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00" y="2018372"/>
            <a:ext cx="4912534" cy="602165"/>
          </a:xfrm>
        </p:spPr>
        <p:txBody>
          <a:bodyPr anchor="ctr">
            <a:normAutofit/>
          </a:bodyPr>
          <a:lstStyle>
            <a:lvl1pPr algn="ctr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F41728-0ABE-A4E7-E4D8-54B35CD84C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31766" y="2018372"/>
            <a:ext cx="4912534" cy="602165"/>
          </a:xfrm>
        </p:spPr>
        <p:txBody>
          <a:bodyPr anchor="ctr"/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7DC88B-FE40-A906-92D9-63EC7D0187F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018372"/>
            <a:ext cx="0" cy="41148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7D16CA4-BF2D-2BED-15EA-14725523E5F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7700" y="2735248"/>
            <a:ext cx="4912534" cy="3397924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E8FAC0-4A9C-D3F6-98B0-D7048434C81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31766" y="2735248"/>
            <a:ext cx="4912534" cy="3397924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5F4204E-1D00-E930-A107-58591448C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2990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3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DDFA62-69AE-429B-5563-1E1E5C773EE5}"/>
              </a:ext>
            </a:extLst>
          </p:cNvPr>
          <p:cNvSpPr/>
          <p:nvPr userDrawn="1"/>
        </p:nvSpPr>
        <p:spPr>
          <a:xfrm>
            <a:off x="0" y="-22412"/>
            <a:ext cx="12192000" cy="2319563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63E96DD9-23FE-4274-871B-8090D2AFC0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7701" y="1655141"/>
            <a:ext cx="3474720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9F3355B-5E31-43C0-9781-30094D500D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4813" y="1655141"/>
            <a:ext cx="3496707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F63AA15-9684-451F-9ED1-3BD417A4E3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2514" y="1655141"/>
            <a:ext cx="3474720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D0A90BC-982F-4519-B154-AD2CD92D4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30438"/>
            <a:ext cx="10887076" cy="56832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24A51D5-6335-6F0F-F158-F82B4FF29DEB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047097" y="-284219"/>
            <a:ext cx="2286393" cy="231956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2FEBFD-55F3-FD75-B8E8-B9E7CCE55F20}"/>
              </a:ext>
            </a:extLst>
          </p:cNvPr>
          <p:cNvCxnSpPr>
            <a:cxnSpLocks/>
          </p:cNvCxnSpPr>
          <p:nvPr userDrawn="1"/>
        </p:nvCxnSpPr>
        <p:spPr>
          <a:xfrm>
            <a:off x="4253616" y="2503450"/>
            <a:ext cx="0" cy="35925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E0DF81-4AA4-37C9-EFF8-1D1D8B2CF7FF}"/>
              </a:ext>
            </a:extLst>
          </p:cNvPr>
          <p:cNvCxnSpPr>
            <a:cxnSpLocks/>
          </p:cNvCxnSpPr>
          <p:nvPr userDrawn="1"/>
        </p:nvCxnSpPr>
        <p:spPr>
          <a:xfrm>
            <a:off x="8007957" y="2503449"/>
            <a:ext cx="0" cy="35925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90070B4-FDF2-8AFD-0B8B-BA4E3F0244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462" y="2503450"/>
            <a:ext cx="3474720" cy="3592550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917EB92-03ED-4341-AD38-D1D0B878207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84814" y="2503450"/>
            <a:ext cx="3496707" cy="3592550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4C38261-94EC-6A06-B1E5-8EE3A7E4B8B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62110" y="2503449"/>
            <a:ext cx="3455123" cy="3592550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9268BA-F901-2503-0F69-C352534C9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01164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3Columns_Decor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CAFAD57-947B-5154-4E88-B9EB1AB82637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DF636FB-2F0B-F673-4E9B-85BDF438DE1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138CB5-A7CA-94D7-AF18-5D682C7E2964}"/>
              </a:ext>
            </a:extLst>
          </p:cNvPr>
          <p:cNvCxnSpPr>
            <a:cxnSpLocks/>
          </p:cNvCxnSpPr>
          <p:nvPr userDrawn="1"/>
        </p:nvCxnSpPr>
        <p:spPr>
          <a:xfrm>
            <a:off x="4171949" y="1984816"/>
            <a:ext cx="1" cy="41148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B8D188E-D57C-F5F4-502B-A5C6993270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700" y="2014691"/>
            <a:ext cx="3200400" cy="709598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BF3A30-F601-DC47-A764-30663C8DE6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5800" y="2014691"/>
            <a:ext cx="3200400" cy="709598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B2C141C-85CC-6C2A-9D47-7307F63CAA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43900" y="2014691"/>
            <a:ext cx="3200400" cy="709598"/>
          </a:xfrm>
          <a:noFill/>
        </p:spPr>
        <p:txBody>
          <a:bodyPr anchor="ctr">
            <a:normAutofit fontScale="92500"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987816-8E7A-AB0B-A38B-F516BA9373EB}"/>
              </a:ext>
            </a:extLst>
          </p:cNvPr>
          <p:cNvCxnSpPr>
            <a:cxnSpLocks/>
          </p:cNvCxnSpPr>
          <p:nvPr userDrawn="1"/>
        </p:nvCxnSpPr>
        <p:spPr>
          <a:xfrm>
            <a:off x="8020049" y="1984816"/>
            <a:ext cx="1" cy="41148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C10B3539-56BC-AD56-594F-785350CA24D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7700" y="2927320"/>
            <a:ext cx="3200400" cy="326903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601E058-D93B-CC12-6B47-45B2C7CEFCA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95799" y="2927319"/>
            <a:ext cx="3200400" cy="326903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192AAB8-1017-99D3-3CD5-61722CD845A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43890" y="2927318"/>
            <a:ext cx="3200400" cy="326903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2318133C-8067-C90A-2D44-68762613A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10891838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CBE315D5-E26E-5F85-E242-6488DEF515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6924"/>
            <a:ext cx="10891838" cy="551012"/>
          </a:xfrm>
        </p:spPr>
        <p:txBody>
          <a:bodyPr anchor="ctr">
            <a:normAutofit fontScale="92500" lnSpcReduction="10000"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Your Slide’s Sub-Title Goes Over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8F3A88D-2C7B-ED3A-921F-C11354230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2822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3Columns_Decor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CAFAD57-947B-5154-4E88-B9EB1AB82637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DF636FB-2F0B-F673-4E9B-85BDF438DE1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B8D188E-D57C-F5F4-502B-A5C6993270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699" y="2014691"/>
            <a:ext cx="3476625" cy="471334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BF3A30-F601-DC47-A764-30663C8DE6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7681" y="2014692"/>
            <a:ext cx="3476625" cy="471334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B2C141C-85CC-6C2A-9D47-7307F63CAA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7665" y="2014691"/>
            <a:ext cx="3476625" cy="471334"/>
          </a:xfrm>
          <a:noFill/>
        </p:spPr>
        <p:txBody>
          <a:bodyPr anchor="ctr">
            <a:normAutofit fontScale="92500"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C10B3539-56BC-AD56-594F-785350CA24D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7699" y="2685212"/>
            <a:ext cx="3476624" cy="351114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601E058-D93B-CC12-6B47-45B2C7CEFCA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57680" y="2685212"/>
            <a:ext cx="3476624" cy="351114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192AAB8-1017-99D3-3CD5-61722CD845A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67665" y="2685210"/>
            <a:ext cx="3476625" cy="351114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2318133C-8067-C90A-2D44-68762613A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10891838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CBE315D5-E26E-5F85-E242-6488DEF515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6924"/>
            <a:ext cx="10891838" cy="551012"/>
          </a:xfrm>
        </p:spPr>
        <p:txBody>
          <a:bodyPr anchor="ctr">
            <a:normAutofit fontScale="92500" lnSpcReduction="10000"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Your Slide’s Sub-Title Goes Over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06181D-ACC1-084B-166A-4ACFE47F1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83546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3Columns_Decor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CAFAD57-947B-5154-4E88-B9EB1AB82637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DF636FB-2F0B-F673-4E9B-85BDF438DE1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10463917" y="-284220"/>
            <a:ext cx="1869573" cy="1896697"/>
          </a:xfrm>
          <a:prstGeom prst="rect">
            <a:avLst/>
          </a:prstGeom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B8D188E-D57C-F5F4-502B-A5C6993270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699" y="2014691"/>
            <a:ext cx="3476625" cy="471334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BF3A30-F601-DC47-A764-30663C8DE6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7681" y="2014692"/>
            <a:ext cx="3476625" cy="471334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B2C141C-85CC-6C2A-9D47-7307F63CAA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7665" y="2014691"/>
            <a:ext cx="3476625" cy="471334"/>
          </a:xfrm>
          <a:noFill/>
        </p:spPr>
        <p:txBody>
          <a:bodyPr anchor="ctr">
            <a:normAutofit fontScale="92500"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C10B3539-56BC-AD56-594F-785350CA24D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7699" y="2685212"/>
            <a:ext cx="3476624" cy="351114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601E058-D93B-CC12-6B47-45B2C7CEFCA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57680" y="2685212"/>
            <a:ext cx="3476624" cy="351114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192AAB8-1017-99D3-3CD5-61722CD845A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67665" y="2685210"/>
            <a:ext cx="3476625" cy="3511147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2318133C-8067-C90A-2D44-68762613A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8600"/>
            <a:ext cx="8780565" cy="5683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CBE315D5-E26E-5F85-E242-6488DEF515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2" y="1096924"/>
            <a:ext cx="8780565" cy="551012"/>
          </a:xfrm>
        </p:spPr>
        <p:txBody>
          <a:bodyPr anchor="ctr">
            <a:normAutofit fontScale="92500" lnSpcReduction="10000"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Your Slide’s Sub-Title Goes Over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06181D-ACC1-084B-166A-4ACFE47F1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96450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3Columns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FA89E4A-C84F-D6AB-160F-E9188C13E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8DD99-8BE0-0E27-DF43-08E643FF34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7E56634-8022-4951-B8AD-A1188012E0EF}"/>
              </a:ext>
            </a:extLst>
          </p:cNvPr>
          <p:cNvCxnSpPr>
            <a:cxnSpLocks/>
          </p:cNvCxnSpPr>
          <p:nvPr userDrawn="1"/>
        </p:nvCxnSpPr>
        <p:spPr>
          <a:xfrm>
            <a:off x="4171949" y="1984816"/>
            <a:ext cx="1" cy="41148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7527750A-D51E-3E8E-043E-81AB1CF1D7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700" y="2014691"/>
            <a:ext cx="3200400" cy="709598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96BBC6-76B6-5195-3152-E9C121EDBE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5800" y="2014691"/>
            <a:ext cx="3200400" cy="709598"/>
          </a:xfrm>
          <a:noFill/>
        </p:spPr>
        <p:txBody>
          <a:bodyPr anchor="ctr">
            <a:normAutofit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4934225-2D5F-6C5A-1C57-0A01920EF6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43900" y="2014691"/>
            <a:ext cx="3200400" cy="709598"/>
          </a:xfrm>
          <a:noFill/>
        </p:spPr>
        <p:txBody>
          <a:bodyPr anchor="ctr">
            <a:normAutofit fontScale="92500"/>
          </a:bodyPr>
          <a:lstStyle>
            <a:lvl1pPr algn="ctr"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EEA91A-E2C4-02F5-F1DB-F48897520AB1}"/>
              </a:ext>
            </a:extLst>
          </p:cNvPr>
          <p:cNvCxnSpPr>
            <a:cxnSpLocks/>
          </p:cNvCxnSpPr>
          <p:nvPr userDrawn="1"/>
        </p:nvCxnSpPr>
        <p:spPr>
          <a:xfrm>
            <a:off x="8020049" y="1984816"/>
            <a:ext cx="1" cy="41148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BEC1B13-A402-0D88-AE39-989BCD8D2CB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7700" y="2927320"/>
            <a:ext cx="3200400" cy="326903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4098973-47F4-F554-CCAA-33CFD37C83F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95799" y="2927319"/>
            <a:ext cx="3200400" cy="326903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D46A0BA-AC7B-8858-2AFD-5B752D6F5C3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43890" y="2927318"/>
            <a:ext cx="3200400" cy="3269039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2CAD95A9-9FF9-720A-7787-61D53BF66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5054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3Columns_Graphics_Decor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9954A3-038B-90C9-3C8D-86C2D7A090F4}"/>
              </a:ext>
            </a:extLst>
          </p:cNvPr>
          <p:cNvSpPr/>
          <p:nvPr userDrawn="1"/>
        </p:nvSpPr>
        <p:spPr>
          <a:xfrm>
            <a:off x="-1" y="-22413"/>
            <a:ext cx="12192001" cy="2788023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4EFF65F8-5E47-8C7A-78B3-EA2B407ACE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7700" y="1494266"/>
            <a:ext cx="3390555" cy="2494671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01D587C-F277-510C-7E9B-21F4E7EA8D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00723" y="1494266"/>
            <a:ext cx="3390555" cy="2494671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F8D0D812-2380-0E2E-4492-52E5153BB0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53745" y="1494266"/>
            <a:ext cx="3390555" cy="2494671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4827FB4-0E1B-44ED-BF38-18FFF2FAB0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7701" y="4671948"/>
            <a:ext cx="3401786" cy="1596204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784C05A-99E8-FBC9-1B38-D0B60A9D65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7701" y="4169313"/>
            <a:ext cx="3401786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9FB70D2-598A-04A6-FFB8-A6721BAD11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84814" y="4671948"/>
            <a:ext cx="3401786" cy="1596204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B08E8C9-A603-3ABB-B203-701EDE4834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4814" y="4169313"/>
            <a:ext cx="3401786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 Sub-Title Here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BA6BADC-882C-206B-5432-357893A2AC3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42514" y="4671948"/>
            <a:ext cx="3401786" cy="1596204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536A1B7-68FC-E199-066A-6DC9C3DAD47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2514" y="4169313"/>
            <a:ext cx="3401786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 Sub-Title Here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0A37BB0-F55C-FA44-6E78-47EB66534C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224" y="528885"/>
            <a:ext cx="10887076" cy="56832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Slide’s Title Goes Over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5BDD77C-244B-C519-42D1-40F578555BC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9454101" y="-284221"/>
            <a:ext cx="2879389" cy="2921164"/>
          </a:xfrm>
          <a:prstGeom prst="rect">
            <a:avLst/>
          </a:prstGeom>
        </p:spPr>
      </p:pic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76C5B73E-BFDC-D471-695B-DF803EBF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99775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3Columns_Graphics_Decor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9954A3-038B-90C9-3C8D-86C2D7A090F4}"/>
              </a:ext>
            </a:extLst>
          </p:cNvPr>
          <p:cNvSpPr/>
          <p:nvPr userDrawn="1"/>
        </p:nvSpPr>
        <p:spPr>
          <a:xfrm>
            <a:off x="-1" y="-22413"/>
            <a:ext cx="12192001" cy="2788023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4EFF65F8-5E47-8C7A-78B3-EA2B407ACE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89016" y="1494266"/>
            <a:ext cx="1553034" cy="1142677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01D587C-F277-510C-7E9B-21F4E7EA8D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46067" y="1494266"/>
            <a:ext cx="1553034" cy="1142677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F8D0D812-2380-0E2E-4492-52E5153BB0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999089" y="1494265"/>
            <a:ext cx="1553034" cy="1142677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0A37BB0-F55C-FA44-6E78-47EB66534C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224" y="528885"/>
            <a:ext cx="10887076" cy="56832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Slide’s Title Goes Over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5BDD77C-244B-C519-42D1-40F578555BC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532"/>
          <a:stretch>
            <a:fillRect/>
          </a:stretch>
        </p:blipFill>
        <p:spPr>
          <a:xfrm rot="10800000" flipH="1">
            <a:off x="9454101" y="-284221"/>
            <a:ext cx="2879389" cy="2921164"/>
          </a:xfrm>
          <a:prstGeom prst="rect">
            <a:avLst/>
          </a:prstGeom>
        </p:spPr>
      </p:pic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2C58D94-AE33-C9A5-13F2-08A095C41D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4814" y="2910781"/>
            <a:ext cx="3401786" cy="374847"/>
          </a:xfrm>
          <a:prstGeom prst="roundRect">
            <a:avLst>
              <a:gd name="adj" fmla="val 50000"/>
            </a:avLst>
          </a:prstGeom>
        </p:spPr>
        <p:txBody>
          <a:bodyPr anchor="ctr">
            <a:normAutofit lnSpcReduction="10000"/>
          </a:bodyPr>
          <a:lstStyle>
            <a:lvl1pPr marL="228600" marR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/>
            </a:lvl1pPr>
          </a:lstStyle>
          <a:p>
            <a:pPr marL="2286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 Sub-Title 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9DE3216B-0F4D-1E86-EEC1-953E9D8DAF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2514" y="2910781"/>
            <a:ext cx="3401786" cy="374847"/>
          </a:xfrm>
          <a:prstGeom prst="roundRect">
            <a:avLst>
              <a:gd name="adj" fmla="val 50000"/>
            </a:avLst>
          </a:prstGeom>
        </p:spPr>
        <p:txBody>
          <a:bodyPr anchor="ctr">
            <a:normAutofit lnSpcReduction="10000"/>
          </a:bodyPr>
          <a:lstStyle>
            <a:lvl1pPr marL="228600" marR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/>
            </a:lvl1pPr>
          </a:lstStyle>
          <a:p>
            <a:pPr marL="2286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 Sub-Title Here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52D10B-81EC-A28E-C148-0C20984B507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7700" y="2910781"/>
            <a:ext cx="3401786" cy="374847"/>
          </a:xfrm>
          <a:prstGeom prst="roundRect">
            <a:avLst>
              <a:gd name="adj" fmla="val 50000"/>
            </a:avLst>
          </a:prstGeom>
        </p:spPr>
        <p:txBody>
          <a:bodyPr anchor="ctr">
            <a:normAutofit lnSpcReduction="10000"/>
          </a:bodyPr>
          <a:lstStyle>
            <a:lvl1pPr marL="228600" marR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/>
            </a:lvl1pPr>
          </a:lstStyle>
          <a:p>
            <a:pPr marL="2286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 Sub-Title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FD54FC8-D276-FA96-827F-2652EF63359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7701" y="3403584"/>
            <a:ext cx="3401786" cy="1890562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86342789-B872-955F-6D72-44C5D59BB0F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84814" y="3403584"/>
            <a:ext cx="3401786" cy="1890562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6CB954F6-145E-0472-A5D8-B5177163097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142514" y="3403584"/>
            <a:ext cx="3401786" cy="1890562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811B7E9-0168-22ED-B45C-026DD455E3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700" y="5422813"/>
            <a:ext cx="10896600" cy="374847"/>
          </a:xfrm>
          <a:prstGeom prst="roundRect">
            <a:avLst>
              <a:gd name="adj" fmla="val 50000"/>
            </a:avLst>
          </a:prstGeom>
        </p:spPr>
        <p:txBody>
          <a:bodyPr anchor="ctr">
            <a:normAutofit lnSpcReduction="10000"/>
          </a:bodyPr>
          <a:lstStyle>
            <a:lvl1pPr marL="228600" marR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/>
            </a:lvl1pPr>
          </a:lstStyle>
          <a:p>
            <a:pPr marL="2286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 Sub-Title Here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D2F9E97E-77F2-71A5-3B09-FE28CB172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74007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3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DDFA62-69AE-429B-5563-1E1E5C773EE5}"/>
              </a:ext>
            </a:extLst>
          </p:cNvPr>
          <p:cNvSpPr/>
          <p:nvPr userDrawn="1"/>
        </p:nvSpPr>
        <p:spPr>
          <a:xfrm>
            <a:off x="0" y="-22412"/>
            <a:ext cx="12192000" cy="345141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4F9029B3-8ACB-4DA6-8B38-84F0BF72C1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7701" y="3552092"/>
            <a:ext cx="3401786" cy="254390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2"/>
                </a:solidFill>
              </a:defRPr>
            </a:lvl2pPr>
            <a:lvl3pPr marL="914400" indent="0" algn="ctr">
              <a:buNone/>
              <a:defRPr>
                <a:solidFill>
                  <a:schemeClr val="tx2"/>
                </a:solidFill>
              </a:defRPr>
            </a:lvl3pPr>
            <a:lvl4pPr marL="1371600" indent="0" algn="ctr">
              <a:buNone/>
              <a:defRPr>
                <a:solidFill>
                  <a:schemeClr val="tx2"/>
                </a:solidFill>
              </a:defRPr>
            </a:lvl4pPr>
            <a:lvl5pPr marL="1828800" indent="0" algn="ctr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63E96DD9-23FE-4274-871B-8090D2AFC0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7701" y="2903493"/>
            <a:ext cx="3401786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9D13D5C4-6C9E-4D1D-96DD-B8EF2FDF6C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84814" y="3552091"/>
            <a:ext cx="3401786" cy="254390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2"/>
                </a:solidFill>
              </a:defRPr>
            </a:lvl2pPr>
            <a:lvl3pPr marL="914400" indent="0" algn="ctr">
              <a:buNone/>
              <a:defRPr>
                <a:solidFill>
                  <a:schemeClr val="tx2"/>
                </a:solidFill>
              </a:defRPr>
            </a:lvl3pPr>
            <a:lvl4pPr marL="1371600" indent="0" algn="ctr">
              <a:buNone/>
              <a:defRPr>
                <a:solidFill>
                  <a:schemeClr val="tx2"/>
                </a:solidFill>
              </a:defRPr>
            </a:lvl4pPr>
            <a:lvl5pPr marL="1828800" indent="0" algn="ctr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9F3355B-5E31-43C0-9781-30094D500D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4814" y="2903493"/>
            <a:ext cx="3401786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C3A7A526-1EE6-43D1-964C-AAB9394FA1B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42514" y="3552091"/>
            <a:ext cx="3401786" cy="254390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2"/>
                </a:solidFill>
              </a:defRPr>
            </a:lvl2pPr>
            <a:lvl3pPr marL="914400" indent="0" algn="ctr">
              <a:buNone/>
              <a:defRPr>
                <a:solidFill>
                  <a:schemeClr val="tx2"/>
                </a:solidFill>
              </a:defRPr>
            </a:lvl3pPr>
            <a:lvl4pPr marL="1371600" indent="0" algn="ctr">
              <a:buNone/>
              <a:defRPr>
                <a:solidFill>
                  <a:schemeClr val="tx2"/>
                </a:solidFill>
              </a:defRPr>
            </a:lvl4pPr>
            <a:lvl5pPr marL="1828800" indent="0" algn="ctr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F63AA15-9684-451F-9ED1-3BD417A4E3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2514" y="2903493"/>
            <a:ext cx="3401786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 Sub-Title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02E5A-990C-9AED-240A-A49B0E2A58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224" y="528885"/>
            <a:ext cx="10887076" cy="56832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Slide’s Title Goes Over Here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1999760-CDBE-52A6-796E-AE8143C57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05676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3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DDFA62-69AE-429B-5563-1E1E5C773EE5}"/>
              </a:ext>
            </a:extLst>
          </p:cNvPr>
          <p:cNvSpPr/>
          <p:nvPr userDrawn="1"/>
        </p:nvSpPr>
        <p:spPr>
          <a:xfrm>
            <a:off x="0" y="-22412"/>
            <a:ext cx="12192000" cy="345141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02E5A-990C-9AED-240A-A49B0E2A58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224" y="528885"/>
            <a:ext cx="10887076" cy="56832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Slide’s Title Goes Over Here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DDD9D9D-C83A-ABC4-52E5-BEE50D369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54431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3Columns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94556E-93CA-44E0-7287-EB779D291266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EC5F5D6-239D-42E9-B2CB-DBDA08169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0" y="2941983"/>
            <a:ext cx="3200400" cy="311312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9F0E343-6F9B-4CE0-82F4-EFF6BA8673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2936" y="1998471"/>
            <a:ext cx="3200400" cy="795130"/>
          </a:xfrm>
          <a:solidFill>
            <a:schemeClr val="accent3">
              <a:alpha val="6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79A81A1-1BD3-454F-988C-3076C92551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5800" y="2941983"/>
            <a:ext cx="3200400" cy="311312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19AD2D46-7F60-4477-AB15-8679D136EF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1036" y="1998471"/>
            <a:ext cx="3200400" cy="795130"/>
          </a:xfrm>
          <a:solidFill>
            <a:schemeClr val="accent4">
              <a:alpha val="6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4656967-2CDB-4943-AA75-80D72BD2EE4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3900" y="2941983"/>
            <a:ext cx="3200400" cy="311312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F5F0545-2D61-48D2-BAEE-E49EE43EA8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39136" y="1998471"/>
            <a:ext cx="3200400" cy="795130"/>
          </a:xfrm>
          <a:solidFill>
            <a:schemeClr val="accent2">
              <a:alpha val="6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A89E4A-C84F-D6AB-160F-E9188C13E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8DD99-8BE0-0E27-DF43-08E643FF34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C68B02-0228-0CCC-39F5-094E576351A0}"/>
              </a:ext>
            </a:extLst>
          </p:cNvPr>
          <p:cNvCxnSpPr>
            <a:cxnSpLocks/>
          </p:cNvCxnSpPr>
          <p:nvPr userDrawn="1"/>
        </p:nvCxnSpPr>
        <p:spPr>
          <a:xfrm>
            <a:off x="4174103" y="1998471"/>
            <a:ext cx="0" cy="405664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9C823D-EC27-CD33-EE31-1A11FD4DB671}"/>
              </a:ext>
            </a:extLst>
          </p:cNvPr>
          <p:cNvCxnSpPr>
            <a:cxnSpLocks/>
          </p:cNvCxnSpPr>
          <p:nvPr userDrawn="1"/>
        </p:nvCxnSpPr>
        <p:spPr>
          <a:xfrm>
            <a:off x="8031811" y="1998471"/>
            <a:ext cx="0" cy="405664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10B0A3-5DE8-3B53-4C95-4D970AE71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38510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3Columns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EC5F5D6-239D-42E9-B2CB-DBDA08169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0" y="2941983"/>
            <a:ext cx="3200400" cy="311312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9F0E343-6F9B-4CE0-82F4-EFF6BA8673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2936" y="1998471"/>
            <a:ext cx="3200400" cy="795130"/>
          </a:xfrm>
          <a:solidFill>
            <a:schemeClr val="accent3">
              <a:alpha val="6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79A81A1-1BD3-454F-988C-3076C92551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5800" y="2941983"/>
            <a:ext cx="3200400" cy="311312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19AD2D46-7F60-4477-AB15-8679D136EF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1036" y="1998471"/>
            <a:ext cx="3200400" cy="795130"/>
          </a:xfrm>
          <a:solidFill>
            <a:schemeClr val="accent4">
              <a:alpha val="6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4656967-2CDB-4943-AA75-80D72BD2EE4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3900" y="2941983"/>
            <a:ext cx="3200400" cy="311312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F5F0545-2D61-48D2-BAEE-E49EE43EA8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39136" y="1998471"/>
            <a:ext cx="3200400" cy="795130"/>
          </a:xfrm>
          <a:solidFill>
            <a:schemeClr val="accent2">
              <a:alpha val="6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Your Sub-Title Can Go Over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A89E4A-C84F-D6AB-160F-E9188C13E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8DD99-8BE0-0E27-DF43-08E643FF34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C68B02-0228-0CCC-39F5-094E576351A0}"/>
              </a:ext>
            </a:extLst>
          </p:cNvPr>
          <p:cNvCxnSpPr>
            <a:cxnSpLocks/>
          </p:cNvCxnSpPr>
          <p:nvPr userDrawn="1"/>
        </p:nvCxnSpPr>
        <p:spPr>
          <a:xfrm>
            <a:off x="4174103" y="1998471"/>
            <a:ext cx="0" cy="405664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9C823D-EC27-CD33-EE31-1A11FD4DB671}"/>
              </a:ext>
            </a:extLst>
          </p:cNvPr>
          <p:cNvCxnSpPr>
            <a:cxnSpLocks/>
          </p:cNvCxnSpPr>
          <p:nvPr userDrawn="1"/>
        </p:nvCxnSpPr>
        <p:spPr>
          <a:xfrm>
            <a:off x="8031811" y="1998471"/>
            <a:ext cx="0" cy="405664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10B0A3-5DE8-3B53-4C95-4D970AE71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9026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4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AFC334-0B68-2203-9AAC-005036B2F4A2}"/>
              </a:ext>
            </a:extLst>
          </p:cNvPr>
          <p:cNvSpPr/>
          <p:nvPr userDrawn="1"/>
        </p:nvSpPr>
        <p:spPr>
          <a:xfrm>
            <a:off x="-1" y="-22413"/>
            <a:ext cx="12192001" cy="183791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BA2436-64DA-4838-9E56-473E203998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700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91CCC28-9750-4E81-BD2F-AC5A067ABA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7700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1DE8CFF-35AF-4F26-BE9E-9C01C2E5C5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7700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3396870-290E-4DB5-921A-C8814822E6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579428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051877-CA28-4B2A-90EB-D46CC182D8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11156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655BF87D-8B74-47DD-836E-432A13F072C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42883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89EB0BB-F7A4-4CFA-90FF-29A494B6EC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72644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A87C28-EC12-41F9-AB2F-019E6466B4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72644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9CFC437-B25D-4DF9-8EB3-0E6205EA36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97588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4CDD697-8FFD-4229-A9BE-438F225587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7588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8560D77-F22C-4AC9-B231-F2FA13CD3CF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431761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D284111F-1444-4027-91EB-C8248DDA896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1761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494B91-EBC8-4EB5-B120-5D627A6C6724}"/>
              </a:ext>
            </a:extLst>
          </p:cNvPr>
          <p:cNvSpPr/>
          <p:nvPr userDrawn="1"/>
        </p:nvSpPr>
        <p:spPr>
          <a:xfrm>
            <a:off x="2246409" y="2011440"/>
            <a:ext cx="590668" cy="5906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25482E-DBEC-4A8E-8AB0-E24629BFF7E0}"/>
              </a:ext>
            </a:extLst>
          </p:cNvPr>
          <p:cNvSpPr/>
          <p:nvPr userDrawn="1"/>
        </p:nvSpPr>
        <p:spPr>
          <a:xfrm>
            <a:off x="5194161" y="2011440"/>
            <a:ext cx="590668" cy="5906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E4828A-79F6-461F-8A06-D938894CBF13}"/>
              </a:ext>
            </a:extLst>
          </p:cNvPr>
          <p:cNvSpPr/>
          <p:nvPr userDrawn="1"/>
        </p:nvSpPr>
        <p:spPr>
          <a:xfrm>
            <a:off x="8120397" y="2011440"/>
            <a:ext cx="590668" cy="590668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7B09BE-02DC-40BF-881D-60342EB3DA70}"/>
              </a:ext>
            </a:extLst>
          </p:cNvPr>
          <p:cNvSpPr/>
          <p:nvPr userDrawn="1"/>
        </p:nvSpPr>
        <p:spPr>
          <a:xfrm>
            <a:off x="11046633" y="2011440"/>
            <a:ext cx="590668" cy="59066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1A81E-338A-B3D3-9801-3D7A2F820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D52C7-8042-4D29-03F3-77107F9AB42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42F2B081-E700-E314-1E65-5B5500845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6615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4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BA2436-64DA-4838-9E56-473E203998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700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91CCC28-9750-4E81-BD2F-AC5A067ABA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7700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1DE8CFF-35AF-4F26-BE9E-9C01C2E5C5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7700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3396870-290E-4DB5-921A-C8814822E6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579428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051877-CA28-4B2A-90EB-D46CC182D8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11156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655BF87D-8B74-47DD-836E-432A13F072C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42883" y="2096426"/>
            <a:ext cx="2101417" cy="2103049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89EB0BB-F7A4-4CFA-90FF-29A494B6EC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72644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A87C28-EC12-41F9-AB2F-019E6466B4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72644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9CFC437-B25D-4DF9-8EB3-0E6205EA36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97588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4CDD697-8FFD-4229-A9BE-438F225587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7588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8560D77-F22C-4AC9-B231-F2FA13CD3CF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431761" y="4842465"/>
            <a:ext cx="2112539" cy="136876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1pPr>
            <a:lvl2pPr marL="457200" indent="0" algn="l"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</a:defRPr>
            </a:lvl2pPr>
            <a:lvl3pPr marL="914400" indent="0" algn="l"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</a:defRPr>
            </a:lvl3pPr>
            <a:lvl4pPr marL="13716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4pPr>
            <a:lvl5pPr marL="1828800" indent="0" algn="l"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D284111F-1444-4027-91EB-C8248DDA896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1761" y="4339830"/>
            <a:ext cx="2112539" cy="374847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494B91-EBC8-4EB5-B120-5D627A6C6724}"/>
              </a:ext>
            </a:extLst>
          </p:cNvPr>
          <p:cNvSpPr/>
          <p:nvPr userDrawn="1"/>
        </p:nvSpPr>
        <p:spPr>
          <a:xfrm>
            <a:off x="2246409" y="2011440"/>
            <a:ext cx="590668" cy="5906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25482E-DBEC-4A8E-8AB0-E24629BFF7E0}"/>
              </a:ext>
            </a:extLst>
          </p:cNvPr>
          <p:cNvSpPr/>
          <p:nvPr userDrawn="1"/>
        </p:nvSpPr>
        <p:spPr>
          <a:xfrm>
            <a:off x="5194161" y="2011440"/>
            <a:ext cx="590668" cy="5906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E4828A-79F6-461F-8A06-D938894CBF13}"/>
              </a:ext>
            </a:extLst>
          </p:cNvPr>
          <p:cNvSpPr/>
          <p:nvPr userDrawn="1"/>
        </p:nvSpPr>
        <p:spPr>
          <a:xfrm>
            <a:off x="8120397" y="2011440"/>
            <a:ext cx="590668" cy="590668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7B09BE-02DC-40BF-881D-60342EB3DA70}"/>
              </a:ext>
            </a:extLst>
          </p:cNvPr>
          <p:cNvSpPr/>
          <p:nvPr userDrawn="1"/>
        </p:nvSpPr>
        <p:spPr>
          <a:xfrm>
            <a:off x="11046633" y="2011440"/>
            <a:ext cx="590668" cy="59066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1A81E-338A-B3D3-9801-3D7A2F820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2" y="524494"/>
            <a:ext cx="10891838" cy="568324"/>
          </a:xfrm>
        </p:spPr>
        <p:txBody>
          <a:bodyPr anchor="ctr"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Your Slide’s Title Goes Over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D52C7-8042-4D29-03F3-77107F9AB42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2462" y="1092818"/>
            <a:ext cx="10891838" cy="647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8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dirty="0"/>
              <a:t>Your Slide’s Sub-Title Goes Over Here.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42F2B081-E700-E314-1E65-5B5500845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45396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324E1-65FE-DDDE-6F03-D33055CE3D41}"/>
              </a:ext>
            </a:extLst>
          </p:cNvPr>
          <p:cNvSpPr/>
          <p:nvPr userDrawn="1"/>
        </p:nvSpPr>
        <p:spPr>
          <a:xfrm>
            <a:off x="0" y="1319377"/>
            <a:ext cx="3265254" cy="50821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BA7DAE-1AD3-2DBD-FC2C-8CCAFF072C21}"/>
              </a:ext>
            </a:extLst>
          </p:cNvPr>
          <p:cNvSpPr/>
          <p:nvPr userDrawn="1"/>
        </p:nvSpPr>
        <p:spPr>
          <a:xfrm>
            <a:off x="0" y="-22412"/>
            <a:ext cx="12192000" cy="134178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6FBB830-ADEF-7197-8090-4C170925C4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9942" y="6532189"/>
            <a:ext cx="1196516" cy="20029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D487A2-8B90-9571-540F-1BC3EEED8B79}"/>
              </a:ext>
            </a:extLst>
          </p:cNvPr>
          <p:cNvCxnSpPr>
            <a:cxnSpLocks/>
          </p:cNvCxnSpPr>
          <p:nvPr userDrawn="1"/>
        </p:nvCxnSpPr>
        <p:spPr>
          <a:xfrm>
            <a:off x="9076886" y="1463041"/>
            <a:ext cx="0" cy="4075582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7187FA-632F-6EAF-3465-08FF3D20E6C4}"/>
              </a:ext>
            </a:extLst>
          </p:cNvPr>
          <p:cNvGrpSpPr/>
          <p:nvPr userDrawn="1"/>
        </p:nvGrpSpPr>
        <p:grpSpPr>
          <a:xfrm>
            <a:off x="9687346" y="495989"/>
            <a:ext cx="2504653" cy="301682"/>
            <a:chOff x="5617403" y="1474538"/>
            <a:chExt cx="2210712" cy="301682"/>
          </a:xfrm>
          <a:solidFill>
            <a:schemeClr val="bg1"/>
          </a:solidFill>
        </p:grpSpPr>
        <p:sp>
          <p:nvSpPr>
            <p:cNvPr id="18" name="Content Placeholder 6">
              <a:extLst>
                <a:ext uri="{FF2B5EF4-FFF2-40B4-BE49-F238E27FC236}">
                  <a16:creationId xmlns:a16="http://schemas.microsoft.com/office/drawing/2014/main" id="{3F06BAE4-DBE2-0054-1726-0BDC3A26BF94}"/>
                </a:ext>
              </a:extLst>
            </p:cNvPr>
            <p:cNvSpPr txBox="1">
              <a:spLocks/>
            </p:cNvSpPr>
            <p:nvPr/>
          </p:nvSpPr>
          <p:spPr>
            <a:xfrm>
              <a:off x="5617403" y="1474538"/>
              <a:ext cx="2210712" cy="301682"/>
            </a:xfrm>
            <a:prstGeom prst="rect">
              <a:avLst/>
            </a:prstGeom>
            <a:solidFill>
              <a:schemeClr val="accent4"/>
            </a:solidFill>
            <a:effectLst>
              <a:outerShdw sx="1000" sy="1000" algn="ctr" rotWithShape="0">
                <a:srgbClr val="000000"/>
              </a:outerShdw>
            </a:effectLst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marL="0" indent="0" algn="ctr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Text Placeholder 4">
              <a:extLst>
                <a:ext uri="{FF2B5EF4-FFF2-40B4-BE49-F238E27FC236}">
                  <a16:creationId xmlns:a16="http://schemas.microsoft.com/office/drawing/2014/main" id="{A9B265A9-DA9B-B79E-5044-A47F3BB88468}"/>
                </a:ext>
              </a:extLst>
            </p:cNvPr>
            <p:cNvSpPr txBox="1">
              <a:spLocks/>
            </p:cNvSpPr>
            <p:nvPr/>
          </p:nvSpPr>
          <p:spPr>
            <a:xfrm>
              <a:off x="5841878" y="1501401"/>
              <a:ext cx="1761763" cy="247957"/>
            </a:xfrm>
            <a:prstGeom prst="rect">
              <a:avLst/>
            </a:prstGeom>
            <a:solidFill>
              <a:srgbClr val="1D86FE"/>
            </a:solidFill>
            <a:effectLst>
              <a:outerShdw sx="1000" sy="1000" algn="ctr" rotWithShape="0">
                <a:srgbClr val="000000"/>
              </a:outerShdw>
            </a:effectLst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Montserrat" panose="00000500000000000000" pitchFamily="50" charset="0"/>
                </a:rPr>
                <a:t>CASE STUDY</a:t>
              </a:r>
              <a:endParaRPr lang="en-US" sz="1200" b="1" dirty="0">
                <a:solidFill>
                  <a:schemeClr val="bg1"/>
                </a:solidFill>
                <a:latin typeface="Montserrat" panose="00000500000000000000" pitchFamily="50" charset="0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E5C88EC1-13D6-C75D-7B49-38095FDC9D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9557" y="380595"/>
            <a:ext cx="998513" cy="163935"/>
          </a:xfrm>
          <a:prstGeom prst="rect">
            <a:avLst/>
          </a:prstGeom>
        </p:spPr>
      </p:pic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BDEB8DB-2A38-C83A-A104-AB42A687BF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1536" y="550273"/>
            <a:ext cx="8804275" cy="598488"/>
          </a:xfrm>
        </p:spPr>
        <p:txBody>
          <a:bodyPr/>
          <a:lstStyle>
            <a:lvl1pPr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CASE STUDY EXAMPLE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7C879DC7-F77A-09DD-2B94-DEFDBFF4366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63252" y="1463041"/>
            <a:ext cx="2909931" cy="4075582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87232B-1B3D-C77F-5D0B-B77EA1ABF5A0}"/>
              </a:ext>
            </a:extLst>
          </p:cNvPr>
          <p:cNvSpPr/>
          <p:nvPr userDrawn="1"/>
        </p:nvSpPr>
        <p:spPr>
          <a:xfrm>
            <a:off x="2973" y="1319280"/>
            <a:ext cx="116089" cy="5077168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9425E32-1AD7-6821-75EA-0CA63E788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14133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257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63.xml"/><Relationship Id="rId34" Type="http://schemas.openxmlformats.org/officeDocument/2006/relationships/slideLayout" Target="../slideLayouts/slideLayout76.xml"/><Relationship Id="rId42" Type="http://schemas.openxmlformats.org/officeDocument/2006/relationships/slideLayout" Target="../slideLayouts/slideLayout84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1.xml"/><Relationship Id="rId41" Type="http://schemas.openxmlformats.org/officeDocument/2006/relationships/slideLayout" Target="../slideLayouts/slideLayout83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74.xml"/><Relationship Id="rId37" Type="http://schemas.openxmlformats.org/officeDocument/2006/relationships/slideLayout" Target="../slideLayouts/slideLayout79.xml"/><Relationship Id="rId40" Type="http://schemas.openxmlformats.org/officeDocument/2006/relationships/slideLayout" Target="../slideLayouts/slideLayout82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70.xml"/><Relationship Id="rId36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73.xml"/><Relationship Id="rId44" Type="http://schemas.openxmlformats.org/officeDocument/2006/relationships/image" Target="../media/image1.svg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77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75.xml"/><Relationship Id="rId38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7BAF66-877D-1146-52A3-F0430024A65E}"/>
              </a:ext>
            </a:extLst>
          </p:cNvPr>
          <p:cNvSpPr/>
          <p:nvPr userDrawn="1"/>
        </p:nvSpPr>
        <p:spPr>
          <a:xfrm>
            <a:off x="0" y="6400800"/>
            <a:ext cx="12192000" cy="46198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927B03-D929-423F-ADFA-CC8D85B9C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65125"/>
            <a:ext cx="10896600" cy="1196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C08D3-84D8-4E73-BA05-49AE65A20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00" y="1825625"/>
            <a:ext cx="10896600" cy="4120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8F120DE-C5DF-47AC-8EA4-905621CDA1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39942" y="6532189"/>
            <a:ext cx="1196516" cy="20029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4BE022C-B714-8C63-2C64-C9BC8F465663}"/>
              </a:ext>
            </a:extLst>
          </p:cNvPr>
          <p:cNvSpPr txBox="1"/>
          <p:nvPr userDrawn="1"/>
        </p:nvSpPr>
        <p:spPr>
          <a:xfrm>
            <a:off x="7724775" y="6524616"/>
            <a:ext cx="381952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800" b="1" spc="300" baseline="0" dirty="0">
                <a:solidFill>
                  <a:schemeClr val="accent5">
                    <a:lumMod val="50000"/>
                  </a:schemeClr>
                </a:solidFill>
              </a:rPr>
              <a:t>WWW.SOLLIANCE.NET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71F8E18-1E3A-5D86-E154-E18F074B0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87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804" r:id="rId3"/>
    <p:sldLayoutId id="2147483803" r:id="rId4"/>
    <p:sldLayoutId id="214748380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796" r:id="rId36"/>
    <p:sldLayoutId id="2147483801" r:id="rId37"/>
    <p:sldLayoutId id="2147483797" r:id="rId38"/>
    <p:sldLayoutId id="2147483800" r:id="rId39"/>
    <p:sldLayoutId id="2147483798" r:id="rId40"/>
    <p:sldLayoutId id="2147483799" r:id="rId41"/>
    <p:sldLayoutId id="2147483806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n-lt"/>
          <a:ea typeface="+mj-ea"/>
          <a:cs typeface="Catamaran SemiBold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08">
          <p15:clr>
            <a:srgbClr val="F26B43"/>
          </p15:clr>
        </p15:guide>
        <p15:guide id="2" pos="7272">
          <p15:clr>
            <a:srgbClr val="F26B43"/>
          </p15:clr>
        </p15:guide>
        <p15:guide id="3" orient="horz" pos="216">
          <p15:clr>
            <a:srgbClr val="F26B43"/>
          </p15:clr>
        </p15:guide>
        <p15:guide id="4" orient="horz" pos="3744">
          <p15:clr>
            <a:srgbClr val="F26B43"/>
          </p15:clr>
        </p15:guide>
        <p15:guide id="5" orient="horz" pos="984">
          <p15:clr>
            <a:srgbClr val="F26B43"/>
          </p15:clr>
        </p15:guide>
        <p15:guide id="6" orient="horz" pos="115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938B2E-DEBB-E531-CA55-05CABBB5EFB6}"/>
              </a:ext>
            </a:extLst>
          </p:cNvPr>
          <p:cNvSpPr/>
          <p:nvPr userDrawn="1"/>
        </p:nvSpPr>
        <p:spPr>
          <a:xfrm>
            <a:off x="0" y="6406678"/>
            <a:ext cx="12192000" cy="45610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98000">
                <a:schemeClr val="tx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927B03-D929-423F-ADFA-CC8D85B9C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65125"/>
            <a:ext cx="10896600" cy="1196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C08D3-84D8-4E73-BA05-49AE65A20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00" y="1825625"/>
            <a:ext cx="10896600" cy="4120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8F120DE-C5DF-47AC-8EA4-905621CDA1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39942" y="6532189"/>
            <a:ext cx="1196516" cy="20029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4BE022C-B714-8C63-2C64-C9BC8F465663}"/>
              </a:ext>
            </a:extLst>
          </p:cNvPr>
          <p:cNvSpPr txBox="1"/>
          <p:nvPr userDrawn="1"/>
        </p:nvSpPr>
        <p:spPr>
          <a:xfrm>
            <a:off x="7724775" y="6524616"/>
            <a:ext cx="381952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800" b="1" spc="300" baseline="0" dirty="0">
                <a:solidFill>
                  <a:schemeClr val="accent5">
                    <a:lumMod val="50000"/>
                  </a:schemeClr>
                </a:solidFill>
              </a:rPr>
              <a:t>WWW.SOLLIANCE.NET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71F8E18-1E3A-5D86-E154-E18F074B0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830" y="6520703"/>
            <a:ext cx="436355" cy="238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00F9DAA1-1DF7-43E0-8E29-0CE114855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03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  <p:sldLayoutId id="2147483822" r:id="rId15"/>
    <p:sldLayoutId id="2147483823" r:id="rId16"/>
    <p:sldLayoutId id="2147483824" r:id="rId17"/>
    <p:sldLayoutId id="2147483825" r:id="rId18"/>
    <p:sldLayoutId id="2147483826" r:id="rId19"/>
    <p:sldLayoutId id="2147483827" r:id="rId20"/>
    <p:sldLayoutId id="2147483828" r:id="rId21"/>
    <p:sldLayoutId id="2147483829" r:id="rId22"/>
    <p:sldLayoutId id="2147483830" r:id="rId23"/>
    <p:sldLayoutId id="2147483831" r:id="rId24"/>
    <p:sldLayoutId id="2147483832" r:id="rId25"/>
    <p:sldLayoutId id="2147483833" r:id="rId26"/>
    <p:sldLayoutId id="2147483834" r:id="rId27"/>
    <p:sldLayoutId id="2147483835" r:id="rId28"/>
    <p:sldLayoutId id="2147483836" r:id="rId29"/>
    <p:sldLayoutId id="2147483837" r:id="rId30"/>
    <p:sldLayoutId id="2147483838" r:id="rId31"/>
    <p:sldLayoutId id="2147483839" r:id="rId32"/>
    <p:sldLayoutId id="2147483840" r:id="rId33"/>
    <p:sldLayoutId id="2147483841" r:id="rId34"/>
    <p:sldLayoutId id="2147483842" r:id="rId35"/>
    <p:sldLayoutId id="2147483843" r:id="rId36"/>
    <p:sldLayoutId id="2147483844" r:id="rId37"/>
    <p:sldLayoutId id="2147483845" r:id="rId38"/>
    <p:sldLayoutId id="2147483846" r:id="rId39"/>
    <p:sldLayoutId id="2147483847" r:id="rId40"/>
    <p:sldLayoutId id="2147483848" r:id="rId41"/>
    <p:sldLayoutId id="214748384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n-lt"/>
          <a:ea typeface="+mj-ea"/>
          <a:cs typeface="Catamaran SemiBold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08">
          <p15:clr>
            <a:srgbClr val="F26B43"/>
          </p15:clr>
        </p15:guide>
        <p15:guide id="2" pos="7272">
          <p15:clr>
            <a:srgbClr val="F26B43"/>
          </p15:clr>
        </p15:guide>
        <p15:guide id="3" orient="horz" pos="216">
          <p15:clr>
            <a:srgbClr val="F26B43"/>
          </p15:clr>
        </p15:guide>
        <p15:guide id="4" orient="horz" pos="3744">
          <p15:clr>
            <a:srgbClr val="F26B43"/>
          </p15:clr>
        </p15:guide>
        <p15:guide id="5" orient="horz" pos="984">
          <p15:clr>
            <a:srgbClr val="F26B43"/>
          </p15:clr>
        </p15:guide>
        <p15:guide id="6" orient="horz" pos="1152">
          <p15:clr>
            <a:srgbClr val="F26B43"/>
          </p15:clr>
        </p15:guide>
      </p15:sldGuideLst>
    </p:ext>
  </p:extLst>
</p:sldMaster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B28C-5809-24B3-3F60-8A37066D0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CBF3-368D-F89F-D568-55E28E97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Microsoft Agent 365 — Control All Agents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BF1139-F9B5-70FF-5BBF-F3C7BAE18A4D}"/>
              </a:ext>
            </a:extLst>
          </p:cNvPr>
          <p:cNvGrpSpPr/>
          <p:nvPr/>
        </p:nvGrpSpPr>
        <p:grpSpPr>
          <a:xfrm>
            <a:off x="5132563" y="1586603"/>
            <a:ext cx="5575502" cy="453682"/>
            <a:chOff x="4758410" y="1139618"/>
            <a:chExt cx="5512335" cy="453682"/>
          </a:xfrm>
        </p:grpSpPr>
        <p:sp>
          <p:nvSpPr>
            <p:cNvPr id="4" name="Text 12">
              <a:extLst>
                <a:ext uri="{FF2B5EF4-FFF2-40B4-BE49-F238E27FC236}">
                  <a16:creationId xmlns:a16="http://schemas.microsoft.com/office/drawing/2014/main" id="{7A5B5BD2-0797-B450-4EC0-FB0D5C37438A}"/>
                </a:ext>
              </a:extLst>
            </p:cNvPr>
            <p:cNvSpPr/>
            <p:nvPr/>
          </p:nvSpPr>
          <p:spPr>
            <a:xfrm>
              <a:off x="4758675" y="1139618"/>
              <a:ext cx="5512070" cy="2178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i="1" dirty="0">
                  <a:solidFill>
                    <a:schemeClr val="accent1">
                      <a:lumMod val="50000"/>
                      <a:lumOff val="50000"/>
                    </a:schemeClr>
                  </a:solidFill>
                  <a:ea typeface="Calibri" pitchFamily="34" charset="-122"/>
                  <a:cs typeface="Calibri" pitchFamily="34" charset="-120"/>
                </a:rPr>
                <a:t>The control plane over the whole agent fleet</a:t>
              </a:r>
              <a:endParaRPr lang="en-US" sz="1600" dirty="0">
                <a:solidFill>
                  <a:schemeClr val="accent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" name="Text 13">
              <a:extLst>
                <a:ext uri="{FF2B5EF4-FFF2-40B4-BE49-F238E27FC236}">
                  <a16:creationId xmlns:a16="http://schemas.microsoft.com/office/drawing/2014/main" id="{A74DEB62-AD4F-51F1-882E-276E02CB0FD8}"/>
                </a:ext>
              </a:extLst>
            </p:cNvPr>
            <p:cNvSpPr/>
            <p:nvPr/>
          </p:nvSpPr>
          <p:spPr>
            <a:xfrm>
              <a:off x="4758410" y="1375424"/>
              <a:ext cx="5512335" cy="2178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chemeClr val="tx2"/>
                  </a:solidFill>
                  <a:ea typeface="Calibri" pitchFamily="34" charset="-122"/>
                  <a:cs typeface="Calibri" pitchFamily="34" charset="-120"/>
                </a:rPr>
                <a:t>What Agent 365 Governs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A43963B-FDE8-8993-BC87-01573F379767}"/>
              </a:ext>
            </a:extLst>
          </p:cNvPr>
          <p:cNvGrpSpPr/>
          <p:nvPr/>
        </p:nvGrpSpPr>
        <p:grpSpPr>
          <a:xfrm>
            <a:off x="5132562" y="2233734"/>
            <a:ext cx="3352800" cy="1012826"/>
            <a:chOff x="5132562" y="2643309"/>
            <a:chExt cx="3352800" cy="1012826"/>
          </a:xfrm>
        </p:grpSpPr>
        <p:sp>
          <p:nvSpPr>
            <p:cNvPr id="6" name="Shape 16">
              <a:extLst>
                <a:ext uri="{FF2B5EF4-FFF2-40B4-BE49-F238E27FC236}">
                  <a16:creationId xmlns:a16="http://schemas.microsoft.com/office/drawing/2014/main" id="{129FE3CE-B60E-87A2-DC5A-468D6053EE14}"/>
                </a:ext>
              </a:extLst>
            </p:cNvPr>
            <p:cNvSpPr/>
            <p:nvPr/>
          </p:nvSpPr>
          <p:spPr>
            <a:xfrm>
              <a:off x="5132562" y="2643309"/>
              <a:ext cx="3352800" cy="1012826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3E81A2-273F-24A8-815C-6FDABF9E1BB8}"/>
                </a:ext>
              </a:extLst>
            </p:cNvPr>
            <p:cNvGrpSpPr/>
            <p:nvPr/>
          </p:nvGrpSpPr>
          <p:grpSpPr>
            <a:xfrm>
              <a:off x="5296906" y="2884216"/>
              <a:ext cx="531013" cy="531013"/>
              <a:chOff x="5245770" y="2035461"/>
              <a:chExt cx="585216" cy="585216"/>
            </a:xfrm>
          </p:grpSpPr>
          <p:sp>
            <p:nvSpPr>
              <p:cNvPr id="8" name="Shape 18">
                <a:extLst>
                  <a:ext uri="{FF2B5EF4-FFF2-40B4-BE49-F238E27FC236}">
                    <a16:creationId xmlns:a16="http://schemas.microsoft.com/office/drawing/2014/main" id="{33520646-16AD-79FF-6F1F-2518AEBB8290}"/>
                  </a:ext>
                </a:extLst>
              </p:cNvPr>
              <p:cNvSpPr/>
              <p:nvPr/>
            </p:nvSpPr>
            <p:spPr>
              <a:xfrm>
                <a:off x="5245770" y="2035461"/>
                <a:ext cx="585216" cy="585216"/>
              </a:xfrm>
              <a:prstGeom prst="ellipse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9" name="Image 0" descr="preencoded.png">
                <a:extLst>
                  <a:ext uri="{FF2B5EF4-FFF2-40B4-BE49-F238E27FC236}">
                    <a16:creationId xmlns:a16="http://schemas.microsoft.com/office/drawing/2014/main" id="{700716E0-1277-5839-99EE-5DE5094FE4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66166" y="2140617"/>
                <a:ext cx="353568" cy="353568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E059589-6CC9-DA55-9C8F-A28E1CAD899E}"/>
                </a:ext>
              </a:extLst>
            </p:cNvPr>
            <p:cNvGrpSpPr/>
            <p:nvPr/>
          </p:nvGrpSpPr>
          <p:grpSpPr>
            <a:xfrm>
              <a:off x="6010386" y="2771770"/>
              <a:ext cx="2365248" cy="755904"/>
              <a:chOff x="5940714" y="1864773"/>
              <a:chExt cx="2365248" cy="755904"/>
            </a:xfrm>
          </p:grpSpPr>
          <p:sp>
            <p:nvSpPr>
              <p:cNvPr id="11" name="Text 19">
                <a:extLst>
                  <a:ext uri="{FF2B5EF4-FFF2-40B4-BE49-F238E27FC236}">
                    <a16:creationId xmlns:a16="http://schemas.microsoft.com/office/drawing/2014/main" id="{CBBB0391-7404-381A-398E-AF5665B9E07D}"/>
                  </a:ext>
                </a:extLst>
              </p:cNvPr>
              <p:cNvSpPr/>
              <p:nvPr/>
            </p:nvSpPr>
            <p:spPr>
              <a:xfrm>
                <a:off x="5940714" y="186477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A2B4A"/>
                    </a:solidFill>
                    <a:ea typeface="Calibri" pitchFamily="34" charset="-122"/>
                    <a:cs typeface="Calibri" pitchFamily="34" charset="-120"/>
                  </a:rPr>
                  <a:t>Registry &amp; Inventory</a:t>
                </a:r>
                <a:endParaRPr lang="en-US" sz="1200" dirty="0"/>
              </a:p>
            </p:txBody>
          </p:sp>
          <p:sp>
            <p:nvSpPr>
              <p:cNvPr id="12" name="Text 20">
                <a:extLst>
                  <a:ext uri="{FF2B5EF4-FFF2-40B4-BE49-F238E27FC236}">
                    <a16:creationId xmlns:a16="http://schemas.microsoft.com/office/drawing/2014/main" id="{823850CA-A6DC-BAF7-8399-249528EC8EE5}"/>
                  </a:ext>
                </a:extLst>
              </p:cNvPr>
              <p:cNvSpPr/>
              <p:nvPr/>
            </p:nvSpPr>
            <p:spPr>
              <a:xfrm>
                <a:off x="5940714" y="223053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rgbClr val="4A6070"/>
                    </a:solidFill>
                    <a:ea typeface="Calibri" pitchFamily="34" charset="-122"/>
                    <a:cs typeface="Calibri" pitchFamily="34" charset="-120"/>
                  </a:rPr>
                  <a:t>Every agent known — no shadow agents; one view of the fleet.</a:t>
                </a:r>
                <a:endParaRPr lang="en-US" sz="1000" dirty="0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CB190DA-F2B3-10CE-880F-CA96F8FD4A92}"/>
              </a:ext>
            </a:extLst>
          </p:cNvPr>
          <p:cNvGrpSpPr/>
          <p:nvPr/>
        </p:nvGrpSpPr>
        <p:grpSpPr>
          <a:xfrm>
            <a:off x="8624695" y="2233734"/>
            <a:ext cx="3352800" cy="1012826"/>
            <a:chOff x="8624695" y="2643309"/>
            <a:chExt cx="3352800" cy="1012826"/>
          </a:xfrm>
        </p:grpSpPr>
        <p:sp>
          <p:nvSpPr>
            <p:cNvPr id="13" name="Shape 21">
              <a:extLst>
                <a:ext uri="{FF2B5EF4-FFF2-40B4-BE49-F238E27FC236}">
                  <a16:creationId xmlns:a16="http://schemas.microsoft.com/office/drawing/2014/main" id="{83D33553-1498-8614-6DBF-4654E2A27F72}"/>
                </a:ext>
              </a:extLst>
            </p:cNvPr>
            <p:cNvSpPr/>
            <p:nvPr/>
          </p:nvSpPr>
          <p:spPr>
            <a:xfrm>
              <a:off x="8624695" y="2643309"/>
              <a:ext cx="3352800" cy="1012826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2C84B65-D88B-C4FF-3167-1C0D9276528F}"/>
                </a:ext>
              </a:extLst>
            </p:cNvPr>
            <p:cNvGrpSpPr/>
            <p:nvPr/>
          </p:nvGrpSpPr>
          <p:grpSpPr>
            <a:xfrm>
              <a:off x="8807575" y="2884216"/>
              <a:ext cx="531013" cy="531013"/>
              <a:chOff x="8903370" y="2035461"/>
              <a:chExt cx="585216" cy="585216"/>
            </a:xfrm>
          </p:grpSpPr>
          <p:sp>
            <p:nvSpPr>
              <p:cNvPr id="15" name="Shape 23">
                <a:extLst>
                  <a:ext uri="{FF2B5EF4-FFF2-40B4-BE49-F238E27FC236}">
                    <a16:creationId xmlns:a16="http://schemas.microsoft.com/office/drawing/2014/main" id="{4BB36972-5131-ABA3-79F3-21BAAA66D841}"/>
                  </a:ext>
                </a:extLst>
              </p:cNvPr>
              <p:cNvSpPr/>
              <p:nvPr/>
            </p:nvSpPr>
            <p:spPr>
              <a:xfrm>
                <a:off x="8903370" y="2035461"/>
                <a:ext cx="585216" cy="585216"/>
              </a:xfrm>
              <a:prstGeom prst="ellipse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6" name="Image 1" descr="preencoded.png">
                <a:extLst>
                  <a:ext uri="{FF2B5EF4-FFF2-40B4-BE49-F238E27FC236}">
                    <a16:creationId xmlns:a16="http://schemas.microsoft.com/office/drawing/2014/main" id="{AA6727BA-1614-CFCB-29E3-8B543D4F91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14622" y="2140617"/>
                <a:ext cx="353568" cy="353568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6DEA74D-AEFD-C429-6E27-6A7CE0D11DA7}"/>
                </a:ext>
              </a:extLst>
            </p:cNvPr>
            <p:cNvGrpSpPr/>
            <p:nvPr/>
          </p:nvGrpSpPr>
          <p:grpSpPr>
            <a:xfrm>
              <a:off x="9502519" y="2771770"/>
              <a:ext cx="2365248" cy="755904"/>
              <a:chOff x="9598314" y="1864773"/>
              <a:chExt cx="2365248" cy="755904"/>
            </a:xfrm>
          </p:grpSpPr>
          <p:sp>
            <p:nvSpPr>
              <p:cNvPr id="18" name="Text 24">
                <a:extLst>
                  <a:ext uri="{FF2B5EF4-FFF2-40B4-BE49-F238E27FC236}">
                    <a16:creationId xmlns:a16="http://schemas.microsoft.com/office/drawing/2014/main" id="{48763D39-D1AE-36BB-E59B-E5FC460C5849}"/>
                  </a:ext>
                </a:extLst>
              </p:cNvPr>
              <p:cNvSpPr/>
              <p:nvPr/>
            </p:nvSpPr>
            <p:spPr>
              <a:xfrm>
                <a:off x="9598314" y="186477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A2B4A"/>
                    </a:solidFill>
                    <a:ea typeface="Calibri" pitchFamily="34" charset="-122"/>
                    <a:cs typeface="Calibri" pitchFamily="34" charset="-120"/>
                  </a:rPr>
                  <a:t>Entra Agent ID</a:t>
                </a:r>
                <a:endParaRPr lang="en-US" sz="1200" dirty="0"/>
              </a:p>
            </p:txBody>
          </p:sp>
          <p:sp>
            <p:nvSpPr>
              <p:cNvPr id="19" name="Text 25">
                <a:extLst>
                  <a:ext uri="{FF2B5EF4-FFF2-40B4-BE49-F238E27FC236}">
                    <a16:creationId xmlns:a16="http://schemas.microsoft.com/office/drawing/2014/main" id="{732287AC-4399-4BC4-73E9-E724B32F2F09}"/>
                  </a:ext>
                </a:extLst>
              </p:cNvPr>
              <p:cNvSpPr/>
              <p:nvPr/>
            </p:nvSpPr>
            <p:spPr>
              <a:xfrm>
                <a:off x="9598314" y="223053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rgbClr val="4A6070"/>
                    </a:solidFill>
                    <a:ea typeface="Calibri" pitchFamily="34" charset="-122"/>
                    <a:cs typeface="Calibri" pitchFamily="34" charset="-120"/>
                  </a:rPr>
                  <a:t>Each agent a first-class identity — whose authority is it acting on?</a:t>
                </a:r>
                <a:endParaRPr lang="en-US" sz="1000" dirty="0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095501A-C783-21B1-C6CC-985BD61885D4}"/>
              </a:ext>
            </a:extLst>
          </p:cNvPr>
          <p:cNvGrpSpPr/>
          <p:nvPr/>
        </p:nvGrpSpPr>
        <p:grpSpPr>
          <a:xfrm>
            <a:off x="5132562" y="3486324"/>
            <a:ext cx="3352800" cy="1012826"/>
            <a:chOff x="5132562" y="3778069"/>
            <a:chExt cx="3352800" cy="1012826"/>
          </a:xfrm>
        </p:grpSpPr>
        <p:sp>
          <p:nvSpPr>
            <p:cNvPr id="20" name="Shape 26">
              <a:extLst>
                <a:ext uri="{FF2B5EF4-FFF2-40B4-BE49-F238E27FC236}">
                  <a16:creationId xmlns:a16="http://schemas.microsoft.com/office/drawing/2014/main" id="{235C984F-D456-C0A0-77E0-5AF5D7E7B76B}"/>
                </a:ext>
              </a:extLst>
            </p:cNvPr>
            <p:cNvSpPr/>
            <p:nvPr/>
          </p:nvSpPr>
          <p:spPr>
            <a:xfrm>
              <a:off x="5132562" y="3778069"/>
              <a:ext cx="3352800" cy="1012826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01F191B-A42B-43D8-BF4F-4DC4B1626028}"/>
                </a:ext>
              </a:extLst>
            </p:cNvPr>
            <p:cNvGrpSpPr/>
            <p:nvPr/>
          </p:nvGrpSpPr>
          <p:grpSpPr>
            <a:xfrm>
              <a:off x="5296906" y="4018976"/>
              <a:ext cx="531013" cy="531013"/>
              <a:chOff x="5245770" y="3498501"/>
              <a:chExt cx="585216" cy="585216"/>
            </a:xfrm>
          </p:grpSpPr>
          <p:sp>
            <p:nvSpPr>
              <p:cNvPr id="22" name="Shape 28">
                <a:extLst>
                  <a:ext uri="{FF2B5EF4-FFF2-40B4-BE49-F238E27FC236}">
                    <a16:creationId xmlns:a16="http://schemas.microsoft.com/office/drawing/2014/main" id="{90FF871C-EEA4-6AA6-DDC5-BCA7AE58E247}"/>
                  </a:ext>
                </a:extLst>
              </p:cNvPr>
              <p:cNvSpPr/>
              <p:nvPr/>
            </p:nvSpPr>
            <p:spPr>
              <a:xfrm>
                <a:off x="5245770" y="3498501"/>
                <a:ext cx="585216" cy="585216"/>
              </a:xfrm>
              <a:prstGeom prst="ellipse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3" name="Image 2" descr="preencoded.png">
                <a:extLst>
                  <a:ext uri="{FF2B5EF4-FFF2-40B4-BE49-F238E27FC236}">
                    <a16:creationId xmlns:a16="http://schemas.microsoft.com/office/drawing/2014/main" id="{475E3F34-619A-D452-1702-9C573399FC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50926" y="3619185"/>
                <a:ext cx="362553" cy="362553"/>
              </a:xfrm>
              <a:prstGeom prst="rect">
                <a:avLst/>
              </a:prstGeom>
            </p:spPr>
          </p:pic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1723934-E71F-0B0A-E9DD-6578209283AF}"/>
                </a:ext>
              </a:extLst>
            </p:cNvPr>
            <p:cNvGrpSpPr/>
            <p:nvPr/>
          </p:nvGrpSpPr>
          <p:grpSpPr>
            <a:xfrm>
              <a:off x="6010386" y="3836096"/>
              <a:ext cx="2365248" cy="896773"/>
              <a:chOff x="5940714" y="3327813"/>
              <a:chExt cx="2365248" cy="896773"/>
            </a:xfrm>
          </p:grpSpPr>
          <p:sp>
            <p:nvSpPr>
              <p:cNvPr id="25" name="Text 29">
                <a:extLst>
                  <a:ext uri="{FF2B5EF4-FFF2-40B4-BE49-F238E27FC236}">
                    <a16:creationId xmlns:a16="http://schemas.microsoft.com/office/drawing/2014/main" id="{EBEAA9CF-3582-16AA-6500-C917C6BB7FD8}"/>
                  </a:ext>
                </a:extLst>
              </p:cNvPr>
              <p:cNvSpPr/>
              <p:nvPr/>
            </p:nvSpPr>
            <p:spPr>
              <a:xfrm>
                <a:off x="5940714" y="332781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A2B4A"/>
                    </a:solidFill>
                    <a:ea typeface="Calibri" pitchFamily="34" charset="-122"/>
                    <a:cs typeface="Calibri" pitchFamily="34" charset="-120"/>
                  </a:rPr>
                  <a:t>Least Privilege &amp; Access</a:t>
                </a:r>
                <a:endParaRPr lang="en-US" sz="1200" dirty="0"/>
              </a:p>
            </p:txBody>
          </p:sp>
          <p:sp>
            <p:nvSpPr>
              <p:cNvPr id="26" name="Text 30">
                <a:extLst>
                  <a:ext uri="{FF2B5EF4-FFF2-40B4-BE49-F238E27FC236}">
                    <a16:creationId xmlns:a16="http://schemas.microsoft.com/office/drawing/2014/main" id="{EEA09F15-376C-EC7E-7E5C-FB1C69909AE9}"/>
                  </a:ext>
                </a:extLst>
              </p:cNvPr>
              <p:cNvSpPr/>
              <p:nvPr/>
            </p:nvSpPr>
            <p:spPr>
              <a:xfrm>
                <a:off x="5940714" y="3693573"/>
                <a:ext cx="2365248" cy="5310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rgbClr val="4A6070"/>
                    </a:solidFill>
                    <a:ea typeface="Calibri" pitchFamily="34" charset="-122"/>
                    <a:cs typeface="Calibri" pitchFamily="34" charset="-120"/>
                  </a:rPr>
                  <a:t>Scoped effective reach, enforced centrally, per agent.</a:t>
                </a:r>
                <a:endParaRPr lang="en-US" sz="1000" dirty="0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FD290D1-72E0-D699-5F71-EFB2C7DC8D2A}"/>
              </a:ext>
            </a:extLst>
          </p:cNvPr>
          <p:cNvGrpSpPr/>
          <p:nvPr/>
        </p:nvGrpSpPr>
        <p:grpSpPr>
          <a:xfrm>
            <a:off x="8624695" y="3486324"/>
            <a:ext cx="3352800" cy="1012826"/>
            <a:chOff x="8624695" y="3778069"/>
            <a:chExt cx="3352800" cy="1012826"/>
          </a:xfrm>
        </p:grpSpPr>
        <p:sp>
          <p:nvSpPr>
            <p:cNvPr id="27" name="Shape 31">
              <a:extLst>
                <a:ext uri="{FF2B5EF4-FFF2-40B4-BE49-F238E27FC236}">
                  <a16:creationId xmlns:a16="http://schemas.microsoft.com/office/drawing/2014/main" id="{6343C049-0C37-4556-C74D-04258D72BE00}"/>
                </a:ext>
              </a:extLst>
            </p:cNvPr>
            <p:cNvSpPr/>
            <p:nvPr/>
          </p:nvSpPr>
          <p:spPr>
            <a:xfrm>
              <a:off x="8624695" y="3778069"/>
              <a:ext cx="3352800" cy="1012826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02B498D-A5D6-97B7-18E5-8C90330ED812}"/>
                </a:ext>
              </a:extLst>
            </p:cNvPr>
            <p:cNvGrpSpPr/>
            <p:nvPr/>
          </p:nvGrpSpPr>
          <p:grpSpPr>
            <a:xfrm>
              <a:off x="8807575" y="4018976"/>
              <a:ext cx="531013" cy="531013"/>
              <a:chOff x="8903370" y="3498501"/>
              <a:chExt cx="585216" cy="585216"/>
            </a:xfrm>
          </p:grpSpPr>
          <p:sp>
            <p:nvSpPr>
              <p:cNvPr id="29" name="Shape 33">
                <a:extLst>
                  <a:ext uri="{FF2B5EF4-FFF2-40B4-BE49-F238E27FC236}">
                    <a16:creationId xmlns:a16="http://schemas.microsoft.com/office/drawing/2014/main" id="{E905A907-4A99-FBA2-1151-33486CFF6ABB}"/>
                  </a:ext>
                </a:extLst>
              </p:cNvPr>
              <p:cNvSpPr/>
              <p:nvPr/>
            </p:nvSpPr>
            <p:spPr>
              <a:xfrm>
                <a:off x="8903370" y="3498501"/>
                <a:ext cx="585216" cy="585216"/>
              </a:xfrm>
              <a:prstGeom prst="ellipse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0" name="Image 3" descr="preencoded.png">
                <a:extLst>
                  <a:ext uri="{FF2B5EF4-FFF2-40B4-BE49-F238E27FC236}">
                    <a16:creationId xmlns:a16="http://schemas.microsoft.com/office/drawing/2014/main" id="{804EE63D-3CFA-C2F1-5E31-38CF10B0BB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12094" y="3606434"/>
                <a:ext cx="367684" cy="367684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31FE86E-AA1A-CFA4-520E-9A05F6BFDE23}"/>
                </a:ext>
              </a:extLst>
            </p:cNvPr>
            <p:cNvGrpSpPr/>
            <p:nvPr/>
          </p:nvGrpSpPr>
          <p:grpSpPr>
            <a:xfrm>
              <a:off x="9502519" y="3895697"/>
              <a:ext cx="2365248" cy="777571"/>
              <a:chOff x="9598314" y="3327813"/>
              <a:chExt cx="2365248" cy="777571"/>
            </a:xfrm>
          </p:grpSpPr>
          <p:sp>
            <p:nvSpPr>
              <p:cNvPr id="32" name="Text 34">
                <a:extLst>
                  <a:ext uri="{FF2B5EF4-FFF2-40B4-BE49-F238E27FC236}">
                    <a16:creationId xmlns:a16="http://schemas.microsoft.com/office/drawing/2014/main" id="{3F738C27-855B-95FF-A796-5EB1DA4B9F81}"/>
                  </a:ext>
                </a:extLst>
              </p:cNvPr>
              <p:cNvSpPr/>
              <p:nvPr/>
            </p:nvSpPr>
            <p:spPr>
              <a:xfrm>
                <a:off x="9598314" y="332781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A2B4A"/>
                    </a:solidFill>
                    <a:ea typeface="Calibri" pitchFamily="34" charset="-122"/>
                    <a:cs typeface="Calibri" pitchFamily="34" charset="-120"/>
                  </a:rPr>
                  <a:t>Lifecycle</a:t>
                </a:r>
                <a:endParaRPr lang="en-US" sz="1200" dirty="0"/>
              </a:p>
            </p:txBody>
          </p:sp>
          <p:sp>
            <p:nvSpPr>
              <p:cNvPr id="33" name="Text 35">
                <a:extLst>
                  <a:ext uri="{FF2B5EF4-FFF2-40B4-BE49-F238E27FC236}">
                    <a16:creationId xmlns:a16="http://schemas.microsoft.com/office/drawing/2014/main" id="{B8A2E923-9D12-D600-9040-1233F39AB9EB}"/>
                  </a:ext>
                </a:extLst>
              </p:cNvPr>
              <p:cNvSpPr/>
              <p:nvPr/>
            </p:nvSpPr>
            <p:spPr>
              <a:xfrm>
                <a:off x="9598314" y="3693573"/>
                <a:ext cx="2365248" cy="411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rgbClr val="4A6070"/>
                    </a:solidFill>
                    <a:ea typeface="Calibri" pitchFamily="34" charset="-122"/>
                    <a:cs typeface="Calibri" pitchFamily="34" charset="-120"/>
                  </a:rPr>
                  <a:t>Onboard, certify, retire — kill orphaned or stale agents.</a:t>
                </a:r>
                <a:endParaRPr lang="en-US" sz="1000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A49C978-2FE0-66C5-A36B-4DA5A2EE2366}"/>
              </a:ext>
            </a:extLst>
          </p:cNvPr>
          <p:cNvGrpSpPr/>
          <p:nvPr/>
        </p:nvGrpSpPr>
        <p:grpSpPr>
          <a:xfrm>
            <a:off x="5132562" y="4738914"/>
            <a:ext cx="3352800" cy="1012826"/>
            <a:chOff x="5132562" y="4929414"/>
            <a:chExt cx="3352800" cy="1012826"/>
          </a:xfrm>
        </p:grpSpPr>
        <p:sp>
          <p:nvSpPr>
            <p:cNvPr id="34" name="Shape 36">
              <a:extLst>
                <a:ext uri="{FF2B5EF4-FFF2-40B4-BE49-F238E27FC236}">
                  <a16:creationId xmlns:a16="http://schemas.microsoft.com/office/drawing/2014/main" id="{5A57AF31-19DC-32D0-9EAB-7B5808D7FA16}"/>
                </a:ext>
              </a:extLst>
            </p:cNvPr>
            <p:cNvSpPr/>
            <p:nvPr/>
          </p:nvSpPr>
          <p:spPr>
            <a:xfrm>
              <a:off x="5132562" y="4929414"/>
              <a:ext cx="3352800" cy="1012826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6C2626B-8B8F-9BDE-F0E9-7E6BB769FE89}"/>
                </a:ext>
              </a:extLst>
            </p:cNvPr>
            <p:cNvGrpSpPr/>
            <p:nvPr/>
          </p:nvGrpSpPr>
          <p:grpSpPr>
            <a:xfrm>
              <a:off x="5296906" y="5170321"/>
              <a:ext cx="531013" cy="531013"/>
              <a:chOff x="5245770" y="4961541"/>
              <a:chExt cx="585216" cy="585216"/>
            </a:xfrm>
          </p:grpSpPr>
          <p:sp>
            <p:nvSpPr>
              <p:cNvPr id="36" name="Shape 38">
                <a:extLst>
                  <a:ext uri="{FF2B5EF4-FFF2-40B4-BE49-F238E27FC236}">
                    <a16:creationId xmlns:a16="http://schemas.microsoft.com/office/drawing/2014/main" id="{3020866D-1508-DDAD-57DF-379655AA5986}"/>
                  </a:ext>
                </a:extLst>
              </p:cNvPr>
              <p:cNvSpPr/>
              <p:nvPr/>
            </p:nvSpPr>
            <p:spPr>
              <a:xfrm>
                <a:off x="5245770" y="4961541"/>
                <a:ext cx="585216" cy="585216"/>
              </a:xfrm>
              <a:prstGeom prst="ellipse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7" name="Image 4" descr="preencoded.png">
                <a:extLst>
                  <a:ext uri="{FF2B5EF4-FFF2-40B4-BE49-F238E27FC236}">
                    <a16:creationId xmlns:a16="http://schemas.microsoft.com/office/drawing/2014/main" id="{733AFE09-BE22-BEB2-6DCC-AA6570D2B6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84910" y="5097177"/>
                <a:ext cx="313329" cy="313329"/>
              </a:xfrm>
              <a:prstGeom prst="rect">
                <a:avLst/>
              </a:prstGeom>
            </p:spPr>
          </p:pic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2C4E2FE-F0E5-D3C4-2BFD-7438E91E1263}"/>
                </a:ext>
              </a:extLst>
            </p:cNvPr>
            <p:cNvGrpSpPr/>
            <p:nvPr/>
          </p:nvGrpSpPr>
          <p:grpSpPr>
            <a:xfrm>
              <a:off x="6010386" y="5047042"/>
              <a:ext cx="2365248" cy="777571"/>
              <a:chOff x="5940714" y="4790853"/>
              <a:chExt cx="2365248" cy="777571"/>
            </a:xfrm>
          </p:grpSpPr>
          <p:sp>
            <p:nvSpPr>
              <p:cNvPr id="39" name="Text 39">
                <a:extLst>
                  <a:ext uri="{FF2B5EF4-FFF2-40B4-BE49-F238E27FC236}">
                    <a16:creationId xmlns:a16="http://schemas.microsoft.com/office/drawing/2014/main" id="{E2430E36-FD51-27D2-DAFD-47B04ED98453}"/>
                  </a:ext>
                </a:extLst>
              </p:cNvPr>
              <p:cNvSpPr/>
              <p:nvPr/>
            </p:nvSpPr>
            <p:spPr>
              <a:xfrm>
                <a:off x="5940714" y="479085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A2B4A"/>
                    </a:solidFill>
                    <a:ea typeface="Calibri" pitchFamily="34" charset="-122"/>
                    <a:cs typeface="Calibri" pitchFamily="34" charset="-120"/>
                  </a:rPr>
                  <a:t>Monitoring &amp; Posture</a:t>
                </a:r>
                <a:endParaRPr lang="en-US" sz="1200" dirty="0"/>
              </a:p>
            </p:txBody>
          </p:sp>
          <p:sp>
            <p:nvSpPr>
              <p:cNvPr id="40" name="Text 40">
                <a:extLst>
                  <a:ext uri="{FF2B5EF4-FFF2-40B4-BE49-F238E27FC236}">
                    <a16:creationId xmlns:a16="http://schemas.microsoft.com/office/drawing/2014/main" id="{FBB943C2-5F75-6E18-9185-C313AE190326}"/>
                  </a:ext>
                </a:extLst>
              </p:cNvPr>
              <p:cNvSpPr/>
              <p:nvPr/>
            </p:nvSpPr>
            <p:spPr>
              <a:xfrm>
                <a:off x="5940714" y="5156613"/>
                <a:ext cx="2365248" cy="411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rgbClr val="4A6070"/>
                    </a:solidFill>
                    <a:ea typeface="Calibri" pitchFamily="34" charset="-122"/>
                    <a:cs typeface="Calibri" pitchFamily="34" charset="-120"/>
                  </a:rPr>
                  <a:t>What is each agent doing, and is it still behaving as approved?</a:t>
                </a:r>
                <a:endParaRPr lang="en-US" sz="1000" dirty="0"/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1A63803-AF8C-743D-43BB-D32E71B78433}"/>
              </a:ext>
            </a:extLst>
          </p:cNvPr>
          <p:cNvGrpSpPr/>
          <p:nvPr/>
        </p:nvGrpSpPr>
        <p:grpSpPr>
          <a:xfrm>
            <a:off x="8624695" y="4738914"/>
            <a:ext cx="3352800" cy="1012826"/>
            <a:chOff x="8624695" y="4929414"/>
            <a:chExt cx="3352800" cy="1012826"/>
          </a:xfrm>
        </p:grpSpPr>
        <p:sp>
          <p:nvSpPr>
            <p:cNvPr id="41" name="Shape 41">
              <a:extLst>
                <a:ext uri="{FF2B5EF4-FFF2-40B4-BE49-F238E27FC236}">
                  <a16:creationId xmlns:a16="http://schemas.microsoft.com/office/drawing/2014/main" id="{2F1AEAF3-AD9B-5446-2044-6A7ABB8C0420}"/>
                </a:ext>
              </a:extLst>
            </p:cNvPr>
            <p:cNvSpPr/>
            <p:nvPr/>
          </p:nvSpPr>
          <p:spPr>
            <a:xfrm>
              <a:off x="8624695" y="4929414"/>
              <a:ext cx="3352800" cy="1012826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648047F-AC30-21EA-6611-51E80AABAFBC}"/>
                </a:ext>
              </a:extLst>
            </p:cNvPr>
            <p:cNvGrpSpPr/>
            <p:nvPr/>
          </p:nvGrpSpPr>
          <p:grpSpPr>
            <a:xfrm>
              <a:off x="8807575" y="5170321"/>
              <a:ext cx="531013" cy="531013"/>
              <a:chOff x="8903370" y="4961541"/>
              <a:chExt cx="585216" cy="585216"/>
            </a:xfrm>
          </p:grpSpPr>
          <p:sp>
            <p:nvSpPr>
              <p:cNvPr id="43" name="Shape 43">
                <a:extLst>
                  <a:ext uri="{FF2B5EF4-FFF2-40B4-BE49-F238E27FC236}">
                    <a16:creationId xmlns:a16="http://schemas.microsoft.com/office/drawing/2014/main" id="{D43C4504-30FA-7355-87FD-277A436F89ED}"/>
                  </a:ext>
                </a:extLst>
              </p:cNvPr>
              <p:cNvSpPr/>
              <p:nvPr/>
            </p:nvSpPr>
            <p:spPr>
              <a:xfrm>
                <a:off x="8903370" y="4961541"/>
                <a:ext cx="585216" cy="585216"/>
              </a:xfrm>
              <a:prstGeom prst="ellipse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44" name="Image 5" descr="preencoded.png">
                <a:extLst>
                  <a:ext uri="{FF2B5EF4-FFF2-40B4-BE49-F238E27FC236}">
                    <a16:creationId xmlns:a16="http://schemas.microsoft.com/office/drawing/2014/main" id="{4F832986-B2A0-372D-392C-50E0087F3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28057" y="5093367"/>
                <a:ext cx="334318" cy="334318"/>
              </a:xfrm>
              <a:prstGeom prst="rect">
                <a:avLst/>
              </a:prstGeom>
            </p:spPr>
          </p:pic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7FA74A8-1853-D100-E3C3-3C87A482AA28}"/>
                </a:ext>
              </a:extLst>
            </p:cNvPr>
            <p:cNvGrpSpPr/>
            <p:nvPr/>
          </p:nvGrpSpPr>
          <p:grpSpPr>
            <a:xfrm>
              <a:off x="9502519" y="5047042"/>
              <a:ext cx="2365248" cy="777571"/>
              <a:chOff x="9598314" y="4790853"/>
              <a:chExt cx="2365248" cy="777571"/>
            </a:xfrm>
          </p:grpSpPr>
          <p:sp>
            <p:nvSpPr>
              <p:cNvPr id="46" name="Text 44">
                <a:extLst>
                  <a:ext uri="{FF2B5EF4-FFF2-40B4-BE49-F238E27FC236}">
                    <a16:creationId xmlns:a16="http://schemas.microsoft.com/office/drawing/2014/main" id="{AD424C9E-F400-9856-CAF5-2C031DBB0B5B}"/>
                  </a:ext>
                </a:extLst>
              </p:cNvPr>
              <p:cNvSpPr/>
              <p:nvPr/>
            </p:nvSpPr>
            <p:spPr>
              <a:xfrm>
                <a:off x="9598314" y="479085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A2B4A"/>
                    </a:solidFill>
                    <a:ea typeface="Calibri" pitchFamily="34" charset="-122"/>
                    <a:cs typeface="Calibri" pitchFamily="34" charset="-120"/>
                  </a:rPr>
                  <a:t>Policy &amp; Approval Gates</a:t>
                </a:r>
                <a:endParaRPr lang="en-US" sz="1200" dirty="0"/>
              </a:p>
            </p:txBody>
          </p:sp>
          <p:sp>
            <p:nvSpPr>
              <p:cNvPr id="47" name="Text 45">
                <a:extLst>
                  <a:ext uri="{FF2B5EF4-FFF2-40B4-BE49-F238E27FC236}">
                    <a16:creationId xmlns:a16="http://schemas.microsoft.com/office/drawing/2014/main" id="{2040524E-A76D-4F20-0231-7982BF1699F5}"/>
                  </a:ext>
                </a:extLst>
              </p:cNvPr>
              <p:cNvSpPr/>
              <p:nvPr/>
            </p:nvSpPr>
            <p:spPr>
              <a:xfrm>
                <a:off x="9598314" y="5156613"/>
                <a:ext cx="2365248" cy="411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rgbClr val="4A6070"/>
                    </a:solidFill>
                    <a:ea typeface="Calibri" pitchFamily="34" charset="-122"/>
                    <a:cs typeface="Calibri" pitchFamily="34" charset="-120"/>
                  </a:rPr>
                  <a:t>Human-in-the-loop enforced as fleet policy, not a per-build habit.</a:t>
                </a:r>
                <a:endParaRPr lang="en-US" sz="1000" dirty="0"/>
              </a:p>
            </p:txBody>
          </p:sp>
        </p:grpSp>
      </p:grpSp>
      <p:sp>
        <p:nvSpPr>
          <p:cNvPr id="48" name="Text 47">
            <a:extLst>
              <a:ext uri="{FF2B5EF4-FFF2-40B4-BE49-F238E27FC236}">
                <a16:creationId xmlns:a16="http://schemas.microsoft.com/office/drawing/2014/main" id="{A733C28C-101D-A63C-FF29-E2B830FD0484}"/>
              </a:ext>
            </a:extLst>
          </p:cNvPr>
          <p:cNvSpPr/>
          <p:nvPr/>
        </p:nvSpPr>
        <p:spPr>
          <a:xfrm>
            <a:off x="5195994" y="5768550"/>
            <a:ext cx="6781501" cy="594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b="1" dirty="0">
                <a:solidFill>
                  <a:srgbClr val="212121"/>
                </a:solidFill>
                <a:ea typeface="Calibri" pitchFamily="34" charset="-122"/>
                <a:cs typeface="Calibri" pitchFamily="34" charset="-120"/>
              </a:rPr>
              <a:t>Govern the fleet: identify it. Scope it. Watch it.</a:t>
            </a:r>
            <a:endParaRPr lang="en-US" sz="1333" dirty="0">
              <a:solidFill>
                <a:srgbClr val="212121"/>
              </a:solidFill>
            </a:endParaRPr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06E2E3DC-88A7-9327-502B-37F46CF4F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F9DAA1-1DF7-43E0-8E29-0CE1148553C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01" name="LeftHeroTitle"/>
          <p:cNvSpPr txBox="1"/>
          <p:nvPr/>
        </p:nvSpPr>
        <p:spPr>
          <a:xfrm>
            <a:off x="502920" y="2240280"/>
            <a:ext cx="4114800" cy="1554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3000" b="1" dirty="0">
                <a:solidFill>
                  <a:srgbClr val="22315F"/>
                </a:solidFill>
                <a:latin typeface="Catamaran ExtraBold"/>
              </a:rPr>
              <a:t>From one governed agent</a:t>
            </a:r>
          </a:p>
          <a:p>
            <a:pPr algn="l">
              <a:spcBef>
                <a:spcPts val="200"/>
              </a:spcBef>
            </a:pPr>
            <a:r>
              <a:rPr lang="en-US" sz="3000" b="1" dirty="0">
                <a:solidFill>
                  <a:srgbClr val="1D86FE"/>
                </a:solidFill>
                <a:latin typeface="Catamaran ExtraBold"/>
              </a:rPr>
              <a:t>to a governed fleet</a:t>
            </a:r>
          </a:p>
        </p:txBody>
      </p:sp>
      <p:sp>
        <p:nvSpPr>
          <p:cNvPr id="902" name="LeftHeroBody"/>
          <p:cNvSpPr txBox="1"/>
          <p:nvPr/>
        </p:nvSpPr>
        <p:spPr>
          <a:xfrm>
            <a:off x="502920" y="3977639"/>
            <a:ext cx="4069080" cy="20116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500" dirty="0">
                <a:solidFill>
                  <a:srgbClr val="5A6270"/>
                </a:solidFill>
                <a:latin typeface="Montserrat"/>
              </a:rPr>
              <a:t>The demo shows one agent done right — its own identity, least privilege, a human in the loop.</a:t>
            </a:r>
          </a:p>
          <a:p>
            <a:pPr algn="l">
              <a:spcBef>
                <a:spcPts val="800"/>
              </a:spcBef>
            </a:pPr>
            <a:r>
              <a:rPr lang="en-US" sz="1500" dirty="0">
                <a:solidFill>
                  <a:srgbClr val="5A6270"/>
                </a:solidFill>
                <a:latin typeface="Montserrat"/>
              </a:rPr>
              <a:t>Agent 365 makes that the standard for every agent across GUARD's 6–8 domains.</a:t>
            </a:r>
          </a:p>
          <a:p>
            <a:pPr algn="l">
              <a:spcBef>
                <a:spcPts val="1000"/>
              </a:spcBef>
            </a:pPr>
            <a:r>
              <a:rPr lang="en-US" sz="1300" i="1" dirty="0">
                <a:solidFill>
                  <a:srgbClr val="1D86FE"/>
                </a:solidFill>
                <a:latin typeface="Montserrat"/>
              </a:rPr>
              <a:t>Org-wide governance: Entra · Agent 365 · Purview · Defender.</a:t>
            </a:r>
          </a:p>
        </p:txBody>
      </p:sp>
    </p:spTree>
    <p:extLst>
      <p:ext uri="{BB962C8B-B14F-4D97-AF65-F5344CB8AC3E}">
        <p14:creationId xmlns:p14="http://schemas.microsoft.com/office/powerpoint/2010/main" val="2798690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4294967295"/>
          </p:nvPr>
        </p:nvSpPr>
        <p:spPr>
          <a:xfrm>
            <a:off x="457200" y="523240"/>
            <a:ext cx="11247120" cy="64008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Foundry IQ + Fabric IQ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1633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Every agent grounds on the same governed data products — consistency by design, not per‑agent plumbing.</a:t>
            </a:r>
            <a:endParaRPr lang="en-US" sz="1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701800"/>
            <a:ext cx="3840480" cy="4023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D8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701800"/>
            <a:ext cx="73152" cy="4023360"/>
          </a:xfrm>
          <a:prstGeom prst="rect">
            <a:avLst/>
          </a:prstGeom>
          <a:solidFill>
            <a:srgbClr val="1D86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30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9029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8385A"/>
                </a:solidFill>
                <a:ea typeface="Arial" pitchFamily="34" charset="-122"/>
                <a:cs typeface="Arial" pitchFamily="34" charset="-120"/>
              </a:rPr>
              <a:t>GROUNDED PER-AGENT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34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B8"/>
                </a:solidFill>
                <a:ea typeface="Calibri" pitchFamily="34" charset="-122"/>
                <a:cs typeface="Calibri" pitchFamily="34" charset="-120"/>
              </a:rPr>
              <a:t>Hand-wired sources · drift · duplicated logic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905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872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File Search + API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34440" y="31191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Each agent grounds itself on curated docs and the Claims / Policy API.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420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923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Across 6–8 domains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234440" y="4170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Every agent wired separately — answers drift and diverge.</a:t>
            </a:r>
            <a:endParaRPr lang="en-US" sz="1100" dirty="0"/>
          </a:p>
        </p:txBody>
      </p:sp>
      <p:sp>
        <p:nvSpPr>
          <p:cNvPr id="15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5039360"/>
            <a:ext cx="3474720" cy="502920"/>
          </a:xfrm>
          <a:prstGeom prst="rect">
            <a:avLst/>
          </a:prstGeom>
          <a:solidFill>
            <a:srgbClr val="C8385A">
              <a:alpha val="25000"/>
            </a:srgbClr>
          </a:solidFill>
          <a:ln w="9525">
            <a:solidFill>
              <a:srgbClr val="C838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40080" y="5039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Consistency doesn't scale this way.</a:t>
            </a:r>
            <a:endParaRPr lang="en-US" sz="1200"/>
          </a:p>
        </p:txBody>
      </p:sp>
      <p:sp>
        <p:nvSpPr>
          <p:cNvPr id="17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701800"/>
            <a:ext cx="2926080" cy="402336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197612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617720" y="261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>
                <a:solidFill>
                  <a:srgbClr val="1E2761"/>
                </a:solidFill>
                <a:ea typeface="Arial" pitchFamily="34" charset="-122"/>
                <a:cs typeface="Arial" pitchFamily="34" charset="-120"/>
              </a:rPr>
              <a:t>DATA PRODUCTS</a:t>
            </a:r>
            <a:endParaRPr lang="en-US" sz="1400"/>
          </a:p>
        </p:txBody>
      </p:sp>
      <p:sp>
        <p:nvSpPr>
          <p:cNvPr id="20" name="Text 14"/>
          <p:cNvSpPr/>
          <p:nvPr/>
        </p:nvSpPr>
        <p:spPr>
          <a:xfrm>
            <a:off x="4617720" y="298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141A45"/>
                </a:solidFill>
                <a:ea typeface="Calibri" pitchFamily="34" charset="-122"/>
                <a:cs typeface="Calibri" pitchFamily="34" charset="-120"/>
              </a:rPr>
              <a:t>The shared source of truth</a:t>
            </a:r>
            <a:endParaRPr lang="en-US" sz="110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4848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12080" y="3439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Fabric IQ</a:t>
            </a:r>
            <a:endParaRPr lang="en-US" sz="1200"/>
          </a:p>
        </p:txBody>
      </p:sp>
      <p:sp>
        <p:nvSpPr>
          <p:cNvPr id="23" name="Text 16"/>
          <p:cNvSpPr/>
          <p:nvPr/>
        </p:nvSpPr>
        <p:spPr>
          <a:xfrm>
            <a:off x="5212080" y="3713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1A45"/>
                </a:solidFill>
                <a:ea typeface="Calibri" pitchFamily="34" charset="-122"/>
                <a:cs typeface="Calibri" pitchFamily="34" charset="-120"/>
              </a:rPr>
              <a:t>Semantic models &amp; business concepts over governed data products</a:t>
            </a:r>
            <a:endParaRPr lang="en-US" sz="10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4234688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12080" y="4188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Foundry IQ</a:t>
            </a:r>
            <a:endParaRPr lang="en-US" sz="1200"/>
          </a:p>
        </p:txBody>
      </p:sp>
      <p:sp>
        <p:nvSpPr>
          <p:cNvPr id="26" name="Text 18"/>
          <p:cNvSpPr/>
          <p:nvPr/>
        </p:nvSpPr>
        <p:spPr>
          <a:xfrm>
            <a:off x="5212080" y="44632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41A45"/>
                </a:solidFill>
                <a:ea typeface="Calibri" pitchFamily="34" charset="-122"/>
                <a:cs typeface="Calibri" pitchFamily="34" charset="-120"/>
              </a:rPr>
              <a:t>Where Microsoft Foundry agents ground — consistently</a:t>
            </a:r>
            <a:endParaRPr lang="en-US" sz="100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4984496"/>
            <a:ext cx="320040" cy="3200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12080" y="49387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Data Mesh domains</a:t>
            </a:r>
            <a:endParaRPr lang="en-US" sz="1200"/>
          </a:p>
        </p:txBody>
      </p:sp>
      <p:sp>
        <p:nvSpPr>
          <p:cNvPr id="29" name="Text 20"/>
          <p:cNvSpPr/>
          <p:nvPr/>
        </p:nvSpPr>
        <p:spPr>
          <a:xfrm>
            <a:off x="5212080" y="521309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41A45"/>
                </a:solidFill>
                <a:ea typeface="Calibri" pitchFamily="34" charset="-122"/>
                <a:cs typeface="Calibri" pitchFamily="34" charset="-120"/>
              </a:rPr>
              <a:t>GUARD's 6–8 domains publish certified products with lineage</a:t>
            </a:r>
            <a:endParaRPr lang="en-US" sz="1000"/>
          </a:p>
        </p:txBody>
      </p:sp>
      <p:sp>
        <p:nvSpPr>
          <p:cNvPr id="30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0" y="1701800"/>
            <a:ext cx="3840480" cy="4023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D8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0" y="1701800"/>
            <a:ext cx="73152" cy="4023360"/>
          </a:xfrm>
          <a:prstGeom prst="rect">
            <a:avLst/>
          </a:prstGeom>
          <a:solidFill>
            <a:srgbClr val="1D86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0" y="1930400"/>
            <a:ext cx="365760" cy="36576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595360" y="19029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B086"/>
                </a:solidFill>
                <a:ea typeface="Arial" pitchFamily="34" charset="-122"/>
                <a:cs typeface="Arial" pitchFamily="34" charset="-120"/>
              </a:rPr>
              <a:t>GROUNDED ON PRODUCTS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8138160" y="234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A93B8"/>
                </a:solidFill>
                <a:ea typeface="Calibri" pitchFamily="34" charset="-122"/>
                <a:cs typeface="Calibri" pitchFamily="34" charset="-120"/>
              </a:rPr>
              <a:t>One governed source · lineage · certified</a:t>
            </a:r>
            <a:endParaRPr lang="en-US" sz="110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890520"/>
            <a:ext cx="411480" cy="41148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641080" y="2872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Copilot Studio &amp; M365 Copilot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8641080" y="31191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Ground on the same products (Work IQ) — one source, many surfaces.</a:t>
            </a:r>
            <a:endParaRPr lang="en-US" sz="11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942080"/>
            <a:ext cx="411480" cy="41148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8641080" y="3923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Every Foundry agent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8641080" y="4170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Consistent, cited answers across every domain.</a:t>
            </a:r>
            <a:endParaRPr lang="en-US" sz="1100" dirty="0"/>
          </a:p>
        </p:txBody>
      </p:sp>
      <p:sp>
        <p:nvSpPr>
          <p:cNvPr id="41" name="Shap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5039360"/>
            <a:ext cx="3474720" cy="502920"/>
          </a:xfrm>
          <a:prstGeom prst="rect">
            <a:avLst/>
          </a:prstGeom>
          <a:solidFill>
            <a:srgbClr val="2EB086">
              <a:alpha val="25000"/>
            </a:srgbClr>
          </a:solidFill>
          <a:ln w="9525">
            <a:solidFill>
              <a:srgbClr val="2EB0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0"/>
          <p:cNvSpPr/>
          <p:nvPr/>
        </p:nvSpPr>
        <p:spPr>
          <a:xfrm>
            <a:off x="8046720" y="5039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One governed source. Every agent agrees.</a:t>
            </a:r>
            <a:endParaRPr lang="en-US" sz="1200"/>
          </a:p>
        </p:txBody>
      </p:sp>
      <p:sp>
        <p:nvSpPr>
          <p:cNvPr id="43" name="Text 31"/>
          <p:cNvSpPr/>
          <p:nvPr/>
        </p:nvSpPr>
        <p:spPr>
          <a:xfrm>
            <a:off x="320040" y="57866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ea typeface="Georgia" pitchFamily="34" charset="-122"/>
                <a:cs typeface="Georgia" pitchFamily="34" charset="-120"/>
              </a:rPr>
              <a:t>Grounding isn't per-agent plumbing — it's the </a:t>
            </a:r>
            <a:r>
              <a:rPr lang="en-US" sz="1400" b="1" i="1" u="sng" dirty="0">
                <a:ea typeface="Georgia" pitchFamily="34" charset="-122"/>
                <a:cs typeface="Georgia" pitchFamily="34" charset="-120"/>
              </a:rPr>
              <a:t>governed data-product layer</a:t>
            </a:r>
            <a:r>
              <a:rPr lang="en-US" sz="1400" b="1" i="1" dirty="0"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i="1" dirty="0">
                <a:ea typeface="Georgia" pitchFamily="34" charset="-122"/>
                <a:cs typeface="Georgia" pitchFamily="34" charset="-120"/>
              </a:rPr>
              <a:t>that every agent, every domain, and every copilot grounds on.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B28C-5809-24B3-3F60-8A37066D0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CBF3-368D-F89F-D568-55E28E97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Microsoft Purview — Visibility &amp; Compliance Across All Data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BF1139-F9B5-70FF-5BBF-F3C7BAE18A4D}"/>
              </a:ext>
            </a:extLst>
          </p:cNvPr>
          <p:cNvGrpSpPr/>
          <p:nvPr/>
        </p:nvGrpSpPr>
        <p:grpSpPr>
          <a:xfrm>
            <a:off x="5132563" y="1586603"/>
            <a:ext cx="5575502" cy="453682"/>
            <a:chOff x="4758410" y="1139618"/>
            <a:chExt cx="5512335" cy="453682"/>
          </a:xfrm>
        </p:grpSpPr>
        <p:sp>
          <p:nvSpPr>
            <p:cNvPr id="4" name="Text 12">
              <a:extLst>
                <a:ext uri="{FF2B5EF4-FFF2-40B4-BE49-F238E27FC236}">
                  <a16:creationId xmlns:a16="http://schemas.microsoft.com/office/drawing/2014/main" id="{7A5B5BD2-0797-B450-4EC0-FB0D5C37438A}"/>
                </a:ext>
              </a:extLst>
            </p:cNvPr>
            <p:cNvSpPr/>
            <p:nvPr/>
          </p:nvSpPr>
          <p:spPr>
            <a:xfrm>
              <a:off x="4758675" y="1139618"/>
              <a:ext cx="5512070" cy="2178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i="1" dirty="0">
                  <a:solidFill>
                    <a:schemeClr val="accent1">
                      <a:lumMod val="50000"/>
                      <a:lumOff val="50000"/>
                    </a:schemeClr>
                  </a:solidFill>
                  <a:ea typeface="Calibri" pitchFamily="34" charset="-122"/>
                  <a:cs typeface="Calibri" pitchFamily="34" charset="-120"/>
                </a:rPr>
                <a:t>The evidence layer the review committee runs on</a:t>
              </a:r>
              <a:endParaRPr lang="en-US" sz="1600" dirty="0">
                <a:solidFill>
                  <a:schemeClr val="accent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" name="Text 13">
              <a:extLst>
                <a:ext uri="{FF2B5EF4-FFF2-40B4-BE49-F238E27FC236}">
                  <a16:creationId xmlns:a16="http://schemas.microsoft.com/office/drawing/2014/main" id="{A74DEB62-AD4F-51F1-882E-276E02CB0FD8}"/>
                </a:ext>
              </a:extLst>
            </p:cNvPr>
            <p:cNvSpPr/>
            <p:nvPr/>
          </p:nvSpPr>
          <p:spPr>
            <a:xfrm>
              <a:off x="4758410" y="1375424"/>
              <a:ext cx="5512335" cy="2178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chemeClr val="tx2"/>
                  </a:solidFill>
                  <a:ea typeface="Calibri" pitchFamily="34" charset="-122"/>
                  <a:cs typeface="Calibri" pitchFamily="34" charset="-120"/>
                </a:rPr>
                <a:t>What Purview Gives the Committee</a:t>
              </a:r>
              <a:endParaRPr lang="en-US" sz="1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A43963B-FDE8-8993-BC87-01573F379767}"/>
              </a:ext>
            </a:extLst>
          </p:cNvPr>
          <p:cNvGrpSpPr/>
          <p:nvPr/>
        </p:nvGrpSpPr>
        <p:grpSpPr>
          <a:xfrm>
            <a:off x="5132562" y="2233734"/>
            <a:ext cx="3352800" cy="1012826"/>
            <a:chOff x="5132562" y="2643309"/>
            <a:chExt cx="3352800" cy="1012826"/>
          </a:xfrm>
        </p:grpSpPr>
        <p:sp>
          <p:nvSpPr>
            <p:cNvPr id="6" name="Shape 16">
              <a:extLst>
                <a:ext uri="{FF2B5EF4-FFF2-40B4-BE49-F238E27FC236}">
                  <a16:creationId xmlns:a16="http://schemas.microsoft.com/office/drawing/2014/main" id="{129FE3CE-B60E-87A2-DC5A-468D6053EE14}"/>
                </a:ext>
              </a:extLst>
            </p:cNvPr>
            <p:cNvSpPr/>
            <p:nvPr/>
          </p:nvSpPr>
          <p:spPr>
            <a:xfrm>
              <a:off x="5132562" y="2643309"/>
              <a:ext cx="3352800" cy="1012826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3E81A2-273F-24A8-815C-6FDABF9E1BB8}"/>
                </a:ext>
              </a:extLst>
            </p:cNvPr>
            <p:cNvGrpSpPr/>
            <p:nvPr/>
          </p:nvGrpSpPr>
          <p:grpSpPr>
            <a:xfrm>
              <a:off x="5296906" y="2884216"/>
              <a:ext cx="531013" cy="531013"/>
              <a:chOff x="5245770" y="2035461"/>
              <a:chExt cx="585216" cy="585216"/>
            </a:xfrm>
          </p:grpSpPr>
          <p:sp>
            <p:nvSpPr>
              <p:cNvPr id="8" name="Shape 18">
                <a:extLst>
                  <a:ext uri="{FF2B5EF4-FFF2-40B4-BE49-F238E27FC236}">
                    <a16:creationId xmlns:a16="http://schemas.microsoft.com/office/drawing/2014/main" id="{33520646-16AD-79FF-6F1F-2518AEBB8290}"/>
                  </a:ext>
                </a:extLst>
              </p:cNvPr>
              <p:cNvSpPr/>
              <p:nvPr/>
            </p:nvSpPr>
            <p:spPr>
              <a:xfrm>
                <a:off x="5245770" y="2035461"/>
                <a:ext cx="585216" cy="585216"/>
              </a:xfrm>
              <a:prstGeom prst="ellipse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9" name="Image 0" descr="preencoded.png">
                <a:extLst>
                  <a:ext uri="{FF2B5EF4-FFF2-40B4-BE49-F238E27FC236}">
                    <a16:creationId xmlns:a16="http://schemas.microsoft.com/office/drawing/2014/main" id="{700716E0-1277-5839-99EE-5DE5094FE4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66166" y="2140617"/>
                <a:ext cx="353568" cy="353568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E059589-6CC9-DA55-9C8F-A28E1CAD899E}"/>
                </a:ext>
              </a:extLst>
            </p:cNvPr>
            <p:cNvGrpSpPr/>
            <p:nvPr/>
          </p:nvGrpSpPr>
          <p:grpSpPr>
            <a:xfrm>
              <a:off x="6010386" y="2771770"/>
              <a:ext cx="2365248" cy="755904"/>
              <a:chOff x="5940714" y="1864773"/>
              <a:chExt cx="2365248" cy="755904"/>
            </a:xfrm>
          </p:grpSpPr>
          <p:sp>
            <p:nvSpPr>
              <p:cNvPr id="11" name="Text 19">
                <a:extLst>
                  <a:ext uri="{FF2B5EF4-FFF2-40B4-BE49-F238E27FC236}">
                    <a16:creationId xmlns:a16="http://schemas.microsoft.com/office/drawing/2014/main" id="{CBBB0391-7404-381A-398E-AF5665B9E07D}"/>
                  </a:ext>
                </a:extLst>
              </p:cNvPr>
              <p:cNvSpPr/>
              <p:nvPr/>
            </p:nvSpPr>
            <p:spPr>
              <a:xfrm>
                <a:off x="5940714" y="186477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A2B4A"/>
                    </a:solidFill>
                    <a:ea typeface="Calibri" pitchFamily="34" charset="-122"/>
                    <a:cs typeface="Calibri" pitchFamily="34" charset="-120"/>
                  </a:rPr>
                  <a:t>Sensitivity Labels</a:t>
                </a:r>
                <a:endParaRPr lang="en-US" sz="1200" dirty="0"/>
              </a:p>
            </p:txBody>
          </p:sp>
          <p:sp>
            <p:nvSpPr>
              <p:cNvPr id="12" name="Text 20">
                <a:extLst>
                  <a:ext uri="{FF2B5EF4-FFF2-40B4-BE49-F238E27FC236}">
                    <a16:creationId xmlns:a16="http://schemas.microsoft.com/office/drawing/2014/main" id="{823850CA-A6DC-BAF7-8399-249528EC8EE5}"/>
                  </a:ext>
                </a:extLst>
              </p:cNvPr>
              <p:cNvSpPr/>
              <p:nvPr/>
            </p:nvSpPr>
            <p:spPr>
              <a:xfrm>
                <a:off x="5940714" y="223053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rgbClr val="4A6070"/>
                    </a:solidFill>
                    <a:ea typeface="Calibri" pitchFamily="34" charset="-122"/>
                    <a:cs typeface="Calibri" pitchFamily="34" charset="-120"/>
                  </a:rPr>
                  <a:t>Classify claim / PII data; labels gate what agents may ground on.</a:t>
                </a:r>
                <a:endParaRPr lang="en-US" sz="1000" dirty="0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CB190DA-F2B3-10CE-880F-CA96F8FD4A92}"/>
              </a:ext>
            </a:extLst>
          </p:cNvPr>
          <p:cNvGrpSpPr/>
          <p:nvPr/>
        </p:nvGrpSpPr>
        <p:grpSpPr>
          <a:xfrm>
            <a:off x="8624695" y="2233734"/>
            <a:ext cx="3352800" cy="1012826"/>
            <a:chOff x="8624695" y="2643309"/>
            <a:chExt cx="3352800" cy="1012826"/>
          </a:xfrm>
        </p:grpSpPr>
        <p:sp>
          <p:nvSpPr>
            <p:cNvPr id="13" name="Shape 21">
              <a:extLst>
                <a:ext uri="{FF2B5EF4-FFF2-40B4-BE49-F238E27FC236}">
                  <a16:creationId xmlns:a16="http://schemas.microsoft.com/office/drawing/2014/main" id="{83D33553-1498-8614-6DBF-4654E2A27F72}"/>
                </a:ext>
              </a:extLst>
            </p:cNvPr>
            <p:cNvSpPr/>
            <p:nvPr/>
          </p:nvSpPr>
          <p:spPr>
            <a:xfrm>
              <a:off x="8624695" y="2643309"/>
              <a:ext cx="3352800" cy="1012826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2C84B65-D88B-C4FF-3167-1C0D9276528F}"/>
                </a:ext>
              </a:extLst>
            </p:cNvPr>
            <p:cNvGrpSpPr/>
            <p:nvPr/>
          </p:nvGrpSpPr>
          <p:grpSpPr>
            <a:xfrm>
              <a:off x="8807575" y="2884216"/>
              <a:ext cx="531013" cy="531013"/>
              <a:chOff x="8903370" y="2035461"/>
              <a:chExt cx="585216" cy="585216"/>
            </a:xfrm>
          </p:grpSpPr>
          <p:sp>
            <p:nvSpPr>
              <p:cNvPr id="15" name="Shape 23">
                <a:extLst>
                  <a:ext uri="{FF2B5EF4-FFF2-40B4-BE49-F238E27FC236}">
                    <a16:creationId xmlns:a16="http://schemas.microsoft.com/office/drawing/2014/main" id="{4BB36972-5131-ABA3-79F3-21BAAA66D841}"/>
                  </a:ext>
                </a:extLst>
              </p:cNvPr>
              <p:cNvSpPr/>
              <p:nvPr/>
            </p:nvSpPr>
            <p:spPr>
              <a:xfrm>
                <a:off x="8903370" y="2035461"/>
                <a:ext cx="585216" cy="585216"/>
              </a:xfrm>
              <a:prstGeom prst="ellipse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6" name="Image 1" descr="preencoded.png">
                <a:extLst>
                  <a:ext uri="{FF2B5EF4-FFF2-40B4-BE49-F238E27FC236}">
                    <a16:creationId xmlns:a16="http://schemas.microsoft.com/office/drawing/2014/main" id="{AA6727BA-1614-CFCB-29E3-8B543D4F91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14622" y="2140617"/>
                <a:ext cx="353568" cy="353568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6DEA74D-AEFD-C429-6E27-6A7CE0D11DA7}"/>
                </a:ext>
              </a:extLst>
            </p:cNvPr>
            <p:cNvGrpSpPr/>
            <p:nvPr/>
          </p:nvGrpSpPr>
          <p:grpSpPr>
            <a:xfrm>
              <a:off x="9502519" y="2771770"/>
              <a:ext cx="2365248" cy="755904"/>
              <a:chOff x="9598314" y="1864773"/>
              <a:chExt cx="2365248" cy="755904"/>
            </a:xfrm>
          </p:grpSpPr>
          <p:sp>
            <p:nvSpPr>
              <p:cNvPr id="18" name="Text 24">
                <a:extLst>
                  <a:ext uri="{FF2B5EF4-FFF2-40B4-BE49-F238E27FC236}">
                    <a16:creationId xmlns:a16="http://schemas.microsoft.com/office/drawing/2014/main" id="{48763D39-D1AE-36BB-E59B-E5FC460C5849}"/>
                  </a:ext>
                </a:extLst>
              </p:cNvPr>
              <p:cNvSpPr/>
              <p:nvPr/>
            </p:nvSpPr>
            <p:spPr>
              <a:xfrm>
                <a:off x="9598314" y="186477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A2B4A"/>
                    </a:solidFill>
                    <a:ea typeface="Calibri" pitchFamily="34" charset="-122"/>
                    <a:cs typeface="Calibri" pitchFamily="34" charset="-120"/>
                  </a:rPr>
                  <a:t>DLP for AI</a:t>
                </a:r>
                <a:endParaRPr lang="en-US" sz="1200" dirty="0"/>
              </a:p>
            </p:txBody>
          </p:sp>
          <p:sp>
            <p:nvSpPr>
              <p:cNvPr id="19" name="Text 25">
                <a:extLst>
                  <a:ext uri="{FF2B5EF4-FFF2-40B4-BE49-F238E27FC236}">
                    <a16:creationId xmlns:a16="http://schemas.microsoft.com/office/drawing/2014/main" id="{732287AC-4399-4BC4-73E9-E724B32F2F09}"/>
                  </a:ext>
                </a:extLst>
              </p:cNvPr>
              <p:cNvSpPr/>
              <p:nvPr/>
            </p:nvSpPr>
            <p:spPr>
              <a:xfrm>
                <a:off x="9598314" y="223053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rgbClr val="4A6070"/>
                    </a:solidFill>
                    <a:ea typeface="Calibri" pitchFamily="34" charset="-122"/>
                    <a:cs typeface="Calibri" pitchFamily="34" charset="-120"/>
                  </a:rPr>
                  <a:t>Block sensitive data leaving via agent prompts, tools, or responses.</a:t>
                </a:r>
                <a:endParaRPr lang="en-US" sz="1000" dirty="0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095501A-C783-21B1-C6CC-985BD61885D4}"/>
              </a:ext>
            </a:extLst>
          </p:cNvPr>
          <p:cNvGrpSpPr/>
          <p:nvPr/>
        </p:nvGrpSpPr>
        <p:grpSpPr>
          <a:xfrm>
            <a:off x="5132562" y="3486324"/>
            <a:ext cx="3352800" cy="1012826"/>
            <a:chOff x="5132562" y="3778069"/>
            <a:chExt cx="3352800" cy="1012826"/>
          </a:xfrm>
        </p:grpSpPr>
        <p:sp>
          <p:nvSpPr>
            <p:cNvPr id="20" name="Shape 26">
              <a:extLst>
                <a:ext uri="{FF2B5EF4-FFF2-40B4-BE49-F238E27FC236}">
                  <a16:creationId xmlns:a16="http://schemas.microsoft.com/office/drawing/2014/main" id="{235C984F-D456-C0A0-77E0-5AF5D7E7B76B}"/>
                </a:ext>
              </a:extLst>
            </p:cNvPr>
            <p:cNvSpPr/>
            <p:nvPr/>
          </p:nvSpPr>
          <p:spPr>
            <a:xfrm>
              <a:off x="5132562" y="3778069"/>
              <a:ext cx="3352800" cy="1012826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01F191B-A42B-43D8-BF4F-4DC4B1626028}"/>
                </a:ext>
              </a:extLst>
            </p:cNvPr>
            <p:cNvGrpSpPr/>
            <p:nvPr/>
          </p:nvGrpSpPr>
          <p:grpSpPr>
            <a:xfrm>
              <a:off x="5296906" y="4018976"/>
              <a:ext cx="531013" cy="531013"/>
              <a:chOff x="5245770" y="3498501"/>
              <a:chExt cx="585216" cy="585216"/>
            </a:xfrm>
          </p:grpSpPr>
          <p:sp>
            <p:nvSpPr>
              <p:cNvPr id="22" name="Shape 28">
                <a:extLst>
                  <a:ext uri="{FF2B5EF4-FFF2-40B4-BE49-F238E27FC236}">
                    <a16:creationId xmlns:a16="http://schemas.microsoft.com/office/drawing/2014/main" id="{90FF871C-EEA4-6AA6-DDC5-BCA7AE58E247}"/>
                  </a:ext>
                </a:extLst>
              </p:cNvPr>
              <p:cNvSpPr/>
              <p:nvPr/>
            </p:nvSpPr>
            <p:spPr>
              <a:xfrm>
                <a:off x="5245770" y="3498501"/>
                <a:ext cx="585216" cy="585216"/>
              </a:xfrm>
              <a:prstGeom prst="ellipse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3" name="Image 2" descr="preencoded.png">
                <a:extLst>
                  <a:ext uri="{FF2B5EF4-FFF2-40B4-BE49-F238E27FC236}">
                    <a16:creationId xmlns:a16="http://schemas.microsoft.com/office/drawing/2014/main" id="{475E3F34-619A-D452-1702-9C573399FC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50926" y="3619185"/>
                <a:ext cx="362553" cy="362553"/>
              </a:xfrm>
              <a:prstGeom prst="rect">
                <a:avLst/>
              </a:prstGeom>
            </p:spPr>
          </p:pic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1723934-E71F-0B0A-E9DD-6578209283AF}"/>
                </a:ext>
              </a:extLst>
            </p:cNvPr>
            <p:cNvGrpSpPr/>
            <p:nvPr/>
          </p:nvGrpSpPr>
          <p:grpSpPr>
            <a:xfrm>
              <a:off x="6010386" y="3836096"/>
              <a:ext cx="2365248" cy="896773"/>
              <a:chOff x="5940714" y="3327813"/>
              <a:chExt cx="2365248" cy="896773"/>
            </a:xfrm>
          </p:grpSpPr>
          <p:sp>
            <p:nvSpPr>
              <p:cNvPr id="25" name="Text 29">
                <a:extLst>
                  <a:ext uri="{FF2B5EF4-FFF2-40B4-BE49-F238E27FC236}">
                    <a16:creationId xmlns:a16="http://schemas.microsoft.com/office/drawing/2014/main" id="{EBEAA9CF-3582-16AA-6500-C917C6BB7FD8}"/>
                  </a:ext>
                </a:extLst>
              </p:cNvPr>
              <p:cNvSpPr/>
              <p:nvPr/>
            </p:nvSpPr>
            <p:spPr>
              <a:xfrm>
                <a:off x="5940714" y="332781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A2B4A"/>
                    </a:solidFill>
                    <a:ea typeface="Calibri" pitchFamily="34" charset="-122"/>
                    <a:cs typeface="Calibri" pitchFamily="34" charset="-120"/>
                  </a:rPr>
                  <a:t>DSPM for AI</a:t>
                </a:r>
                <a:endParaRPr lang="en-US" sz="1200" dirty="0"/>
              </a:p>
            </p:txBody>
          </p:sp>
          <p:sp>
            <p:nvSpPr>
              <p:cNvPr id="26" name="Text 30">
                <a:extLst>
                  <a:ext uri="{FF2B5EF4-FFF2-40B4-BE49-F238E27FC236}">
                    <a16:creationId xmlns:a16="http://schemas.microsoft.com/office/drawing/2014/main" id="{EEA09F15-376C-EC7E-7E5C-FB1C69909AE9}"/>
                  </a:ext>
                </a:extLst>
              </p:cNvPr>
              <p:cNvSpPr/>
              <p:nvPr/>
            </p:nvSpPr>
            <p:spPr>
              <a:xfrm>
                <a:off x="5940714" y="3693573"/>
                <a:ext cx="2365248" cy="5310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rgbClr val="4A6070"/>
                    </a:solidFill>
                    <a:ea typeface="Calibri" pitchFamily="34" charset="-122"/>
                    <a:cs typeface="Calibri" pitchFamily="34" charset="-120"/>
                  </a:rPr>
                  <a:t>Posture view: which agents touch which sensitive data, and where risk is.</a:t>
                </a:r>
                <a:endParaRPr lang="en-US" sz="1000" dirty="0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FD290D1-72E0-D699-5F71-EFB2C7DC8D2A}"/>
              </a:ext>
            </a:extLst>
          </p:cNvPr>
          <p:cNvGrpSpPr/>
          <p:nvPr/>
        </p:nvGrpSpPr>
        <p:grpSpPr>
          <a:xfrm>
            <a:off x="8624695" y="3486324"/>
            <a:ext cx="3352800" cy="1012826"/>
            <a:chOff x="8624695" y="3778069"/>
            <a:chExt cx="3352800" cy="1012826"/>
          </a:xfrm>
        </p:grpSpPr>
        <p:sp>
          <p:nvSpPr>
            <p:cNvPr id="27" name="Shape 31">
              <a:extLst>
                <a:ext uri="{FF2B5EF4-FFF2-40B4-BE49-F238E27FC236}">
                  <a16:creationId xmlns:a16="http://schemas.microsoft.com/office/drawing/2014/main" id="{6343C049-0C37-4556-C74D-04258D72BE00}"/>
                </a:ext>
              </a:extLst>
            </p:cNvPr>
            <p:cNvSpPr/>
            <p:nvPr/>
          </p:nvSpPr>
          <p:spPr>
            <a:xfrm>
              <a:off x="8624695" y="3778069"/>
              <a:ext cx="3352800" cy="1012826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02B498D-A5D6-97B7-18E5-8C90330ED812}"/>
                </a:ext>
              </a:extLst>
            </p:cNvPr>
            <p:cNvGrpSpPr/>
            <p:nvPr/>
          </p:nvGrpSpPr>
          <p:grpSpPr>
            <a:xfrm>
              <a:off x="8807575" y="4018976"/>
              <a:ext cx="531013" cy="531013"/>
              <a:chOff x="8903370" y="3498501"/>
              <a:chExt cx="585216" cy="585216"/>
            </a:xfrm>
          </p:grpSpPr>
          <p:sp>
            <p:nvSpPr>
              <p:cNvPr id="29" name="Shape 33">
                <a:extLst>
                  <a:ext uri="{FF2B5EF4-FFF2-40B4-BE49-F238E27FC236}">
                    <a16:creationId xmlns:a16="http://schemas.microsoft.com/office/drawing/2014/main" id="{E905A907-4A99-FBA2-1151-33486CFF6ABB}"/>
                  </a:ext>
                </a:extLst>
              </p:cNvPr>
              <p:cNvSpPr/>
              <p:nvPr/>
            </p:nvSpPr>
            <p:spPr>
              <a:xfrm>
                <a:off x="8903370" y="3498501"/>
                <a:ext cx="585216" cy="585216"/>
              </a:xfrm>
              <a:prstGeom prst="ellipse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0" name="Image 3" descr="preencoded.png">
                <a:extLst>
                  <a:ext uri="{FF2B5EF4-FFF2-40B4-BE49-F238E27FC236}">
                    <a16:creationId xmlns:a16="http://schemas.microsoft.com/office/drawing/2014/main" id="{804EE63D-3CFA-C2F1-5E31-38CF10B0BB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12094" y="3606434"/>
                <a:ext cx="367684" cy="367684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31FE86E-AA1A-CFA4-520E-9A05F6BFDE23}"/>
                </a:ext>
              </a:extLst>
            </p:cNvPr>
            <p:cNvGrpSpPr/>
            <p:nvPr/>
          </p:nvGrpSpPr>
          <p:grpSpPr>
            <a:xfrm>
              <a:off x="9502519" y="3895697"/>
              <a:ext cx="2365248" cy="777571"/>
              <a:chOff x="9598314" y="3327813"/>
              <a:chExt cx="2365248" cy="777571"/>
            </a:xfrm>
          </p:grpSpPr>
          <p:sp>
            <p:nvSpPr>
              <p:cNvPr id="32" name="Text 34">
                <a:extLst>
                  <a:ext uri="{FF2B5EF4-FFF2-40B4-BE49-F238E27FC236}">
                    <a16:creationId xmlns:a16="http://schemas.microsoft.com/office/drawing/2014/main" id="{3F738C27-855B-95FF-A796-5EB1DA4B9F81}"/>
                  </a:ext>
                </a:extLst>
              </p:cNvPr>
              <p:cNvSpPr/>
              <p:nvPr/>
            </p:nvSpPr>
            <p:spPr>
              <a:xfrm>
                <a:off x="9598314" y="332781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A2B4A"/>
                    </a:solidFill>
                    <a:ea typeface="Calibri" pitchFamily="34" charset="-122"/>
                    <a:cs typeface="Calibri" pitchFamily="34" charset="-120"/>
                  </a:rPr>
                  <a:t>Audit &amp; eDiscovery</a:t>
                </a:r>
                <a:endParaRPr lang="en-US" sz="1200" dirty="0"/>
              </a:p>
            </p:txBody>
          </p:sp>
          <p:sp>
            <p:nvSpPr>
              <p:cNvPr id="33" name="Text 35">
                <a:extLst>
                  <a:ext uri="{FF2B5EF4-FFF2-40B4-BE49-F238E27FC236}">
                    <a16:creationId xmlns:a16="http://schemas.microsoft.com/office/drawing/2014/main" id="{B8A2E923-9D12-D600-9040-1233F39AB9EB}"/>
                  </a:ext>
                </a:extLst>
              </p:cNvPr>
              <p:cNvSpPr/>
              <p:nvPr/>
            </p:nvSpPr>
            <p:spPr>
              <a:xfrm>
                <a:off x="9598314" y="3693573"/>
                <a:ext cx="2365248" cy="411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rgbClr val="4A6070"/>
                    </a:solidFill>
                    <a:ea typeface="Calibri" pitchFamily="34" charset="-122"/>
                    <a:cs typeface="Calibri" pitchFamily="34" charset="-120"/>
                  </a:rPr>
                  <a:t>Tenant-wide record of agent prompts, responses, and actions.</a:t>
                </a:r>
                <a:endParaRPr lang="en-US" sz="1000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A49C978-2FE0-66C5-A36B-4DA5A2EE2366}"/>
              </a:ext>
            </a:extLst>
          </p:cNvPr>
          <p:cNvGrpSpPr/>
          <p:nvPr/>
        </p:nvGrpSpPr>
        <p:grpSpPr>
          <a:xfrm>
            <a:off x="5132562" y="4738914"/>
            <a:ext cx="3352800" cy="1012826"/>
            <a:chOff x="5132562" y="4929414"/>
            <a:chExt cx="3352800" cy="1012826"/>
          </a:xfrm>
        </p:grpSpPr>
        <p:sp>
          <p:nvSpPr>
            <p:cNvPr id="34" name="Shape 36">
              <a:extLst>
                <a:ext uri="{FF2B5EF4-FFF2-40B4-BE49-F238E27FC236}">
                  <a16:creationId xmlns:a16="http://schemas.microsoft.com/office/drawing/2014/main" id="{5A57AF31-19DC-32D0-9EAB-7B5808D7FA16}"/>
                </a:ext>
              </a:extLst>
            </p:cNvPr>
            <p:cNvSpPr/>
            <p:nvPr/>
          </p:nvSpPr>
          <p:spPr>
            <a:xfrm>
              <a:off x="5132562" y="4929414"/>
              <a:ext cx="3352800" cy="1012826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6C2626B-8B8F-9BDE-F0E9-7E6BB769FE89}"/>
                </a:ext>
              </a:extLst>
            </p:cNvPr>
            <p:cNvGrpSpPr/>
            <p:nvPr/>
          </p:nvGrpSpPr>
          <p:grpSpPr>
            <a:xfrm>
              <a:off x="5296906" y="5170321"/>
              <a:ext cx="531013" cy="531013"/>
              <a:chOff x="5245770" y="4961541"/>
              <a:chExt cx="585216" cy="585216"/>
            </a:xfrm>
          </p:grpSpPr>
          <p:sp>
            <p:nvSpPr>
              <p:cNvPr id="36" name="Shape 38">
                <a:extLst>
                  <a:ext uri="{FF2B5EF4-FFF2-40B4-BE49-F238E27FC236}">
                    <a16:creationId xmlns:a16="http://schemas.microsoft.com/office/drawing/2014/main" id="{3020866D-1508-DDAD-57DF-379655AA5986}"/>
                  </a:ext>
                </a:extLst>
              </p:cNvPr>
              <p:cNvSpPr/>
              <p:nvPr/>
            </p:nvSpPr>
            <p:spPr>
              <a:xfrm>
                <a:off x="5245770" y="4961541"/>
                <a:ext cx="585216" cy="585216"/>
              </a:xfrm>
              <a:prstGeom prst="ellipse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7" name="Image 4" descr="preencoded.png">
                <a:extLst>
                  <a:ext uri="{FF2B5EF4-FFF2-40B4-BE49-F238E27FC236}">
                    <a16:creationId xmlns:a16="http://schemas.microsoft.com/office/drawing/2014/main" id="{733AFE09-BE22-BEB2-6DCC-AA6570D2B6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84910" y="5097177"/>
                <a:ext cx="313329" cy="313329"/>
              </a:xfrm>
              <a:prstGeom prst="rect">
                <a:avLst/>
              </a:prstGeom>
            </p:spPr>
          </p:pic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2C4E2FE-F0E5-D3C4-2BFD-7438E91E1263}"/>
                </a:ext>
              </a:extLst>
            </p:cNvPr>
            <p:cNvGrpSpPr/>
            <p:nvPr/>
          </p:nvGrpSpPr>
          <p:grpSpPr>
            <a:xfrm>
              <a:off x="6010386" y="5047042"/>
              <a:ext cx="2365248" cy="777571"/>
              <a:chOff x="5940714" y="4790853"/>
              <a:chExt cx="2365248" cy="777571"/>
            </a:xfrm>
          </p:grpSpPr>
          <p:sp>
            <p:nvSpPr>
              <p:cNvPr id="39" name="Text 39">
                <a:extLst>
                  <a:ext uri="{FF2B5EF4-FFF2-40B4-BE49-F238E27FC236}">
                    <a16:creationId xmlns:a16="http://schemas.microsoft.com/office/drawing/2014/main" id="{E2430E36-FD51-27D2-DAFD-47B04ED98453}"/>
                  </a:ext>
                </a:extLst>
              </p:cNvPr>
              <p:cNvSpPr/>
              <p:nvPr/>
            </p:nvSpPr>
            <p:spPr>
              <a:xfrm>
                <a:off x="5940714" y="479085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A2B4A"/>
                    </a:solidFill>
                    <a:ea typeface="Calibri" pitchFamily="34" charset="-122"/>
                    <a:cs typeface="Calibri" pitchFamily="34" charset="-120"/>
                  </a:rPr>
                  <a:t>Comms Compliance</a:t>
                </a:r>
                <a:endParaRPr lang="en-US" sz="1200" dirty="0"/>
              </a:p>
            </p:txBody>
          </p:sp>
          <p:sp>
            <p:nvSpPr>
              <p:cNvPr id="40" name="Text 40">
                <a:extLst>
                  <a:ext uri="{FF2B5EF4-FFF2-40B4-BE49-F238E27FC236}">
                    <a16:creationId xmlns:a16="http://schemas.microsoft.com/office/drawing/2014/main" id="{FBB943C2-5F75-6E18-9185-C313AE190326}"/>
                  </a:ext>
                </a:extLst>
              </p:cNvPr>
              <p:cNvSpPr/>
              <p:nvPr/>
            </p:nvSpPr>
            <p:spPr>
              <a:xfrm>
                <a:off x="5940714" y="5156613"/>
                <a:ext cx="2365248" cy="411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rgbClr val="4A6070"/>
                    </a:solidFill>
                    <a:ea typeface="Calibri" pitchFamily="34" charset="-122"/>
                    <a:cs typeface="Calibri" pitchFamily="34" charset="-120"/>
                  </a:rPr>
                  <a:t>Flag risky or non-compliant agent interactions for review.</a:t>
                </a:r>
                <a:endParaRPr lang="en-US" sz="1000" dirty="0"/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1A63803-AF8C-743D-43BB-D32E71B78433}"/>
              </a:ext>
            </a:extLst>
          </p:cNvPr>
          <p:cNvGrpSpPr/>
          <p:nvPr/>
        </p:nvGrpSpPr>
        <p:grpSpPr>
          <a:xfrm>
            <a:off x="8624695" y="4738914"/>
            <a:ext cx="3352800" cy="1012826"/>
            <a:chOff x="8624695" y="4929414"/>
            <a:chExt cx="3352800" cy="1012826"/>
          </a:xfrm>
        </p:grpSpPr>
        <p:sp>
          <p:nvSpPr>
            <p:cNvPr id="41" name="Shape 41">
              <a:extLst>
                <a:ext uri="{FF2B5EF4-FFF2-40B4-BE49-F238E27FC236}">
                  <a16:creationId xmlns:a16="http://schemas.microsoft.com/office/drawing/2014/main" id="{2F1AEAF3-AD9B-5446-2044-6A7ABB8C0420}"/>
                </a:ext>
              </a:extLst>
            </p:cNvPr>
            <p:cNvSpPr/>
            <p:nvPr/>
          </p:nvSpPr>
          <p:spPr>
            <a:xfrm>
              <a:off x="8624695" y="4929414"/>
              <a:ext cx="3352800" cy="1012826"/>
            </a:xfrm>
            <a:prstGeom prst="rect">
              <a:avLst/>
            </a:prstGeom>
            <a:solidFill>
              <a:srgbClr val="FFFFFF"/>
            </a:solidFill>
            <a:ln w="12700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648047F-AC30-21EA-6611-51E80AABAFBC}"/>
                </a:ext>
              </a:extLst>
            </p:cNvPr>
            <p:cNvGrpSpPr/>
            <p:nvPr/>
          </p:nvGrpSpPr>
          <p:grpSpPr>
            <a:xfrm>
              <a:off x="8807575" y="5170321"/>
              <a:ext cx="531013" cy="531013"/>
              <a:chOff x="8903370" y="4961541"/>
              <a:chExt cx="585216" cy="585216"/>
            </a:xfrm>
          </p:grpSpPr>
          <p:sp>
            <p:nvSpPr>
              <p:cNvPr id="43" name="Shape 43">
                <a:extLst>
                  <a:ext uri="{FF2B5EF4-FFF2-40B4-BE49-F238E27FC236}">
                    <a16:creationId xmlns:a16="http://schemas.microsoft.com/office/drawing/2014/main" id="{D43C4504-30FA-7355-87FD-277A436F89ED}"/>
                  </a:ext>
                </a:extLst>
              </p:cNvPr>
              <p:cNvSpPr/>
              <p:nvPr/>
            </p:nvSpPr>
            <p:spPr>
              <a:xfrm>
                <a:off x="8903370" y="4961541"/>
                <a:ext cx="585216" cy="585216"/>
              </a:xfrm>
              <a:prstGeom prst="ellipse">
                <a:avLst/>
              </a:prstGeom>
              <a:solidFill>
                <a:srgbClr val="1A2B4A"/>
              </a:solidFill>
              <a:ln w="12700">
                <a:solidFill>
                  <a:srgbClr val="1A2B4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44" name="Image 5" descr="preencoded.png">
                <a:extLst>
                  <a:ext uri="{FF2B5EF4-FFF2-40B4-BE49-F238E27FC236}">
                    <a16:creationId xmlns:a16="http://schemas.microsoft.com/office/drawing/2014/main" id="{4F832986-B2A0-372D-392C-50E0087F3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28057" y="5093367"/>
                <a:ext cx="334318" cy="334318"/>
              </a:xfrm>
              <a:prstGeom prst="rect">
                <a:avLst/>
              </a:prstGeom>
            </p:spPr>
          </p:pic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7FA74A8-1853-D100-E3C3-3C87A482AA28}"/>
                </a:ext>
              </a:extLst>
            </p:cNvPr>
            <p:cNvGrpSpPr/>
            <p:nvPr/>
          </p:nvGrpSpPr>
          <p:grpSpPr>
            <a:xfrm>
              <a:off x="9502519" y="5047042"/>
              <a:ext cx="2365248" cy="777571"/>
              <a:chOff x="9598314" y="4790853"/>
              <a:chExt cx="2365248" cy="777571"/>
            </a:xfrm>
          </p:grpSpPr>
          <p:sp>
            <p:nvSpPr>
              <p:cNvPr id="46" name="Text 44">
                <a:extLst>
                  <a:ext uri="{FF2B5EF4-FFF2-40B4-BE49-F238E27FC236}">
                    <a16:creationId xmlns:a16="http://schemas.microsoft.com/office/drawing/2014/main" id="{AD424C9E-F400-9856-CAF5-2C031DBB0B5B}"/>
                  </a:ext>
                </a:extLst>
              </p:cNvPr>
              <p:cNvSpPr/>
              <p:nvPr/>
            </p:nvSpPr>
            <p:spPr>
              <a:xfrm>
                <a:off x="9598314" y="4790853"/>
                <a:ext cx="2365248" cy="390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A2B4A"/>
                    </a:solidFill>
                    <a:ea typeface="Calibri" pitchFamily="34" charset="-122"/>
                    <a:cs typeface="Calibri" pitchFamily="34" charset="-120"/>
                  </a:rPr>
                  <a:t>Insider Risk</a:t>
                </a:r>
                <a:endParaRPr lang="en-US" sz="1200" dirty="0"/>
              </a:p>
            </p:txBody>
          </p:sp>
          <p:sp>
            <p:nvSpPr>
              <p:cNvPr id="47" name="Text 45">
                <a:extLst>
                  <a:ext uri="{FF2B5EF4-FFF2-40B4-BE49-F238E27FC236}">
                    <a16:creationId xmlns:a16="http://schemas.microsoft.com/office/drawing/2014/main" id="{2040524E-A76D-4F20-0231-7982BF1699F5}"/>
                  </a:ext>
                </a:extLst>
              </p:cNvPr>
              <p:cNvSpPr/>
              <p:nvPr/>
            </p:nvSpPr>
            <p:spPr>
              <a:xfrm>
                <a:off x="9598314" y="5156613"/>
                <a:ext cx="2365248" cy="411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00" dirty="0">
                    <a:solidFill>
                      <a:srgbClr val="4A6070"/>
                    </a:solidFill>
                    <a:ea typeface="Calibri" pitchFamily="34" charset="-122"/>
                    <a:cs typeface="Calibri" pitchFamily="34" charset="-120"/>
                  </a:rPr>
                  <a:t>Spot data-misuse patterns across the estate, continuously.</a:t>
                </a:r>
                <a:endParaRPr lang="en-US" sz="1000" dirty="0"/>
              </a:p>
            </p:txBody>
          </p:sp>
        </p:grpSp>
      </p:grpSp>
      <p:sp>
        <p:nvSpPr>
          <p:cNvPr id="48" name="Text 47">
            <a:extLst>
              <a:ext uri="{FF2B5EF4-FFF2-40B4-BE49-F238E27FC236}">
                <a16:creationId xmlns:a16="http://schemas.microsoft.com/office/drawing/2014/main" id="{A733C28C-101D-A63C-FF29-E2B830FD0484}"/>
              </a:ext>
            </a:extLst>
          </p:cNvPr>
          <p:cNvSpPr/>
          <p:nvPr/>
        </p:nvSpPr>
        <p:spPr>
          <a:xfrm>
            <a:off x="5195994" y="5768550"/>
            <a:ext cx="6781501" cy="594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b="1" dirty="0">
                <a:solidFill>
                  <a:srgbClr val="212121"/>
                </a:solidFill>
                <a:ea typeface="Calibri" pitchFamily="34" charset="-122"/>
                <a:cs typeface="Calibri" pitchFamily="34" charset="-120"/>
              </a:rPr>
              <a:t>Classify it. Protect it. Prove it.</a:t>
            </a:r>
            <a:endParaRPr lang="en-US" sz="1333" dirty="0">
              <a:solidFill>
                <a:srgbClr val="212121"/>
              </a:solidFill>
            </a:endParaRPr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06E2E3DC-88A7-9327-502B-37F46CF4F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F9DAA1-1DF7-43E0-8E29-0CE1148553C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01" name="LeftHeroTitle"/>
          <p:cNvSpPr txBox="1"/>
          <p:nvPr/>
        </p:nvSpPr>
        <p:spPr>
          <a:xfrm>
            <a:off x="502920" y="2240280"/>
            <a:ext cx="4114800" cy="1554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3000" b="1" dirty="0">
                <a:solidFill>
                  <a:srgbClr val="22315F"/>
                </a:solidFill>
                <a:latin typeface="Catamaran ExtraBold"/>
              </a:rPr>
              <a:t>From an in-app audit trail</a:t>
            </a:r>
          </a:p>
          <a:p>
            <a:pPr algn="l">
              <a:spcBef>
                <a:spcPts val="200"/>
              </a:spcBef>
            </a:pPr>
            <a:r>
              <a:rPr lang="en-US" sz="3000" b="1" dirty="0">
                <a:solidFill>
                  <a:srgbClr val="1D86FE"/>
                </a:solidFill>
                <a:latin typeface="Catamaran ExtraBold"/>
              </a:rPr>
              <a:t>to estate-wide evidence</a:t>
            </a:r>
          </a:p>
        </p:txBody>
      </p:sp>
      <p:sp>
        <p:nvSpPr>
          <p:cNvPr id="902" name="LeftHeroBody"/>
          <p:cNvSpPr txBox="1"/>
          <p:nvPr/>
        </p:nvSpPr>
        <p:spPr>
          <a:xfrm>
            <a:off x="502920" y="3977639"/>
            <a:ext cx="4069080" cy="20116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500" dirty="0">
                <a:solidFill>
                  <a:srgbClr val="5A6270"/>
                </a:solidFill>
                <a:latin typeface="Montserrat"/>
              </a:rPr>
              <a:t>The demo's collapsible audit trail shows what the agent read, cited, and returned.</a:t>
            </a:r>
          </a:p>
          <a:p>
            <a:pPr algn="l">
              <a:spcBef>
                <a:spcPts val="800"/>
              </a:spcBef>
            </a:pPr>
            <a:r>
              <a:rPr lang="en-US" sz="1500" dirty="0">
                <a:solidFill>
                  <a:srgbClr val="5A6270"/>
                </a:solidFill>
                <a:latin typeface="Montserrat"/>
              </a:rPr>
              <a:t>Purview makes that enterprise evidence — labels, DLP, and audit across all data.</a:t>
            </a:r>
          </a:p>
          <a:p>
            <a:pPr algn="l">
              <a:spcBef>
                <a:spcPts val="1000"/>
              </a:spcBef>
            </a:pPr>
            <a:r>
              <a:rPr lang="en-US" sz="1300" i="1" dirty="0">
                <a:solidFill>
                  <a:srgbClr val="1D86FE"/>
                </a:solidFill>
                <a:latin typeface="Montserrat"/>
              </a:rPr>
              <a:t>Org-wide governance: Entra · Agent 365 · Purview · Defender.</a:t>
            </a:r>
          </a:p>
        </p:txBody>
      </p:sp>
    </p:spTree>
    <p:extLst>
      <p:ext uri="{BB962C8B-B14F-4D97-AF65-F5344CB8AC3E}">
        <p14:creationId xmlns:p14="http://schemas.microsoft.com/office/powerpoint/2010/main" val="27986902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2_#3">
  <a:themeElements>
    <a:clrScheme name="Theme #3">
      <a:dk1>
        <a:srgbClr val="0B0E13"/>
      </a:dk1>
      <a:lt1>
        <a:srgbClr val="FFFFFF"/>
      </a:lt1>
      <a:dk2>
        <a:srgbClr val="161616"/>
      </a:dk2>
      <a:lt2>
        <a:srgbClr val="F8F9FF"/>
      </a:lt2>
      <a:accent1>
        <a:srgbClr val="1D2431"/>
      </a:accent1>
      <a:accent2>
        <a:srgbClr val="22315F"/>
      </a:accent2>
      <a:accent3>
        <a:srgbClr val="5A3182"/>
      </a:accent3>
      <a:accent4>
        <a:srgbClr val="1D86FE"/>
      </a:accent4>
      <a:accent5>
        <a:srgbClr val="E5E5E5"/>
      </a:accent5>
      <a:accent6>
        <a:srgbClr val="596060"/>
      </a:accent6>
      <a:hlink>
        <a:srgbClr val="1C86FC"/>
      </a:hlink>
      <a:folHlink>
        <a:srgbClr val="C9D0DF"/>
      </a:folHlink>
    </a:clrScheme>
    <a:fontScheme name="Custom 148">
      <a:majorFont>
        <a:latin typeface="Catamaran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#3">
  <a:themeElements>
    <a:clrScheme name="Theme #3">
      <a:dk1>
        <a:srgbClr val="0B0E13"/>
      </a:dk1>
      <a:lt1>
        <a:srgbClr val="FFFFFF"/>
      </a:lt1>
      <a:dk2>
        <a:srgbClr val="161616"/>
      </a:dk2>
      <a:lt2>
        <a:srgbClr val="F8F9FF"/>
      </a:lt2>
      <a:accent1>
        <a:srgbClr val="1D2431"/>
      </a:accent1>
      <a:accent2>
        <a:srgbClr val="22315F"/>
      </a:accent2>
      <a:accent3>
        <a:srgbClr val="5A3182"/>
      </a:accent3>
      <a:accent4>
        <a:srgbClr val="1D86FE"/>
      </a:accent4>
      <a:accent5>
        <a:srgbClr val="E5E5E5"/>
      </a:accent5>
      <a:accent6>
        <a:srgbClr val="596060"/>
      </a:accent6>
      <a:hlink>
        <a:srgbClr val="1C86FC"/>
      </a:hlink>
      <a:folHlink>
        <a:srgbClr val="C9D0DF"/>
      </a:folHlink>
    </a:clrScheme>
    <a:fontScheme name="Custom 148">
      <a:majorFont>
        <a:latin typeface="Catamaran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cfe9b84-58b1-4d26-8860-53484f86ce0e">
      <Terms xmlns="http://schemas.microsoft.com/office/infopath/2007/PartnerControls"/>
    </lcf76f155ced4ddcb4097134ff3c332f>
    <TaxCatchAll xmlns="2c4c78c5-3eb8-4cab-a75b-2a481fe8457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77E4E26D544A49B52140422240FF26" ma:contentTypeVersion="12" ma:contentTypeDescription="Create a new document." ma:contentTypeScope="" ma:versionID="7d887be108a6af7b3f6ca435e07ffc35">
  <xsd:schema xmlns:xsd="http://www.w3.org/2001/XMLSchema" xmlns:xs="http://www.w3.org/2001/XMLSchema" xmlns:p="http://schemas.microsoft.com/office/2006/metadata/properties" xmlns:ns2="9cfe9b84-58b1-4d26-8860-53484f86ce0e" xmlns:ns3="2c4c78c5-3eb8-4cab-a75b-2a481fe84573" targetNamespace="http://schemas.microsoft.com/office/2006/metadata/properties" ma:root="true" ma:fieldsID="20340bcc9475f51b969ee56ae4d1accd" ns2:_="" ns3:_="">
    <xsd:import namespace="9cfe9b84-58b1-4d26-8860-53484f86ce0e"/>
    <xsd:import namespace="2c4c78c5-3eb8-4cab-a75b-2a481fe845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fe9b84-58b1-4d26-8860-53484f86ce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67ac356-0fac-4b84-bb61-7923c52852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c78c5-3eb8-4cab-a75b-2a481fe8457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c031e52-16e6-4606-9e3b-210671702bc5}" ma:internalName="TaxCatchAll" ma:showField="CatchAllData" ma:web="2c4c78c5-3eb8-4cab-a75b-2a481fe845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CC98B5-558F-4B3B-ACFD-5AA5DE9FFA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1587E5-6165-4850-A170-0736F2241DFF}">
  <ds:schemaRefs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9cfe9b84-58b1-4d26-8860-53484f86ce0e"/>
    <ds:schemaRef ds:uri="http://schemas.microsoft.com/office/infopath/2007/PartnerControls"/>
    <ds:schemaRef ds:uri="http://schemas.openxmlformats.org/package/2006/metadata/core-properties"/>
    <ds:schemaRef ds:uri="2c4c78c5-3eb8-4cab-a75b-2a481fe84573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2EB8D12-EB8D-4E8F-BADD-5F97D60350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fe9b84-58b1-4d26-8860-53484f86ce0e"/>
    <ds:schemaRef ds:uri="2c4c78c5-3eb8-4cab-a75b-2a481fe845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51989</TotalTime>
  <Words>1998</Words>
  <Application>Microsoft Office PowerPoint</Application>
  <PresentationFormat>Widescreen</PresentationFormat>
  <Paragraphs>339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Georgia</vt:lpstr>
      <vt:lpstr>Montserrat</vt:lpstr>
      <vt:lpstr>Montserrat Medium</vt:lpstr>
      <vt:lpstr>Open Sans</vt:lpstr>
      <vt:lpstr>Segoe UI</vt:lpstr>
      <vt:lpstr>2_#3</vt:lpstr>
      <vt:lpstr>3_#3</vt:lpstr>
      <vt:lpstr>Guard Insurance AI Transformation Journey</vt:lpstr>
      <vt:lpstr>PowerPoint Presentation</vt:lpstr>
      <vt:lpstr>PowerPoint Presentation</vt:lpstr>
      <vt:lpstr>PowerPoint Presentation</vt:lpstr>
      <vt:lpstr>Solliance AI Center of Excellence Program </vt:lpstr>
      <vt:lpstr>What is an AI Center of Excellence?</vt:lpstr>
      <vt:lpstr>Why Organizations need an AI Center of Excellence</vt:lpstr>
      <vt:lpstr>Frontier Firm AI CoE Acceleration Program </vt:lpstr>
      <vt:lpstr>AI Implementation Investment</vt:lpstr>
      <vt:lpstr>AI Services Post-Production</vt:lpstr>
      <vt:lpstr>Digital Worker Employee Handbook</vt:lpstr>
      <vt:lpstr>Garbage In, Confusion Out</vt:lpstr>
      <vt:lpstr>Use Case Examples</vt:lpstr>
      <vt:lpstr>Case Study: Loan Officer Agents &amp; Agentic Framework </vt:lpstr>
      <vt:lpstr>Architecture: Loan Officer Agents &amp; Agentic Framework</vt:lpstr>
      <vt:lpstr>This positions the customer to reduce manual overhead while increasing quality of regulatory work, while providing clients with state-of-the-art tooling.</vt:lpstr>
      <vt:lpstr>Architecture: Regulatory Agent Databricks</vt:lpstr>
      <vt:lpstr>Who do I contact at Solliance? </vt:lpstr>
      <vt:lpstr>PowerPoint Presentation</vt:lpstr>
      <vt:lpstr>Our unique, cross-functional team of experts innovate and solve challenges together, where others can’t.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Khalay Chio</dc:creator>
  <cp:lastModifiedBy>Deb McLeod</cp:lastModifiedBy>
  <cp:revision>231</cp:revision>
  <cp:lastPrinted>2023-01-26T22:34:54Z</cp:lastPrinted>
  <dcterms:created xsi:type="dcterms:W3CDTF">2021-04-14T17:02:56Z</dcterms:created>
  <dcterms:modified xsi:type="dcterms:W3CDTF">2026-08-18T18:46:29Z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0x010100E077E4E26D544A49B52140422240FF26</vt:lpwstr>
  </property>
  <property fmtid="{D5CDD505-2E9C-101B-9397-08002B2CF9AE}" pid="3" name="Order">
    <vt:r8>26200</vt:r8>
  </property>
  <property fmtid="{D5CDD505-2E9C-101B-9397-08002B2CF9AE}" pid="4" name="MediaServiceImageTags">
    <vt:lpwstr/>
  </property>
</Properties>
</file>